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2879725" cy="1439863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4" userDrawn="1">
          <p15:clr>
            <a:srgbClr val="A4A3A4"/>
          </p15:clr>
        </p15:guide>
        <p15:guide id="2" pos="9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898"/>
    <a:srgbClr val="6ABB4D"/>
    <a:srgbClr val="E6E6E6"/>
    <a:srgbClr val="3B3838"/>
    <a:srgbClr val="FFFFFF"/>
    <a:srgbClr val="DAE494"/>
    <a:srgbClr val="339966"/>
    <a:srgbClr val="D52E4D"/>
    <a:srgbClr val="F2CBC4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28" autoAdjust="0"/>
    <p:restoredTop sz="94660"/>
  </p:normalViewPr>
  <p:slideViewPr>
    <p:cSldViewPr snapToGrid="0" showGuides="1">
      <p:cViewPr varScale="1">
        <p:scale>
          <a:sx n="400" d="100"/>
          <a:sy n="400" d="100"/>
        </p:scale>
        <p:origin x="1939" y="974"/>
      </p:cViewPr>
      <p:guideLst>
        <p:guide orient="horz" pos="454"/>
        <p:guide pos="9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966" y="235644"/>
            <a:ext cx="2159794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66" y="756262"/>
            <a:ext cx="2159794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1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1" y="358966"/>
            <a:ext cx="2483763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481" y="963575"/>
            <a:ext cx="2483763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9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8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7861" y="383297"/>
            <a:ext cx="1223883" cy="913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2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76659"/>
            <a:ext cx="2483763" cy="278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56" y="352967"/>
            <a:ext cx="121825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56" y="525950"/>
            <a:ext cx="1218259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7861" y="352967"/>
            <a:ext cx="1224258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7861" y="525950"/>
            <a:ext cx="1224258" cy="773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0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28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58" y="207314"/>
            <a:ext cx="1457861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95991"/>
            <a:ext cx="92878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258" y="207314"/>
            <a:ext cx="1457861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431959"/>
            <a:ext cx="92878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1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07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0803" y="76660"/>
            <a:ext cx="620941" cy="12202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81" y="76660"/>
            <a:ext cx="1826826" cy="12202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6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981" y="76659"/>
            <a:ext cx="2483763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81" y="383297"/>
            <a:ext cx="2483763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7981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49BB1-0ABE-4F2A-91F8-D73B4100908B}" type="datetimeFigureOut">
              <a:rPr lang="en-US" smtClean="0"/>
              <a:t>6/4/2023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3909" y="1334540"/>
            <a:ext cx="971907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3806" y="1334540"/>
            <a:ext cx="64793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A0760-6AC2-4C60-B68B-58492ED3F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39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Freeform: Shape 1093">
            <a:extLst>
              <a:ext uri="{FF2B5EF4-FFF2-40B4-BE49-F238E27FC236}">
                <a16:creationId xmlns:a16="http://schemas.microsoft.com/office/drawing/2014/main" id="{693705BA-DF5E-96E2-D4D6-57F8E4B77B65}"/>
              </a:ext>
            </a:extLst>
          </p:cNvPr>
          <p:cNvSpPr/>
          <p:nvPr/>
        </p:nvSpPr>
        <p:spPr>
          <a:xfrm>
            <a:off x="900788" y="323525"/>
            <a:ext cx="809625" cy="788670"/>
          </a:xfrm>
          <a:custGeom>
            <a:avLst/>
            <a:gdLst>
              <a:gd name="connsiteX0" fmla="*/ 188595 w 809625"/>
              <a:gd name="connsiteY0" fmla="*/ 529590 h 788670"/>
              <a:gd name="connsiteX1" fmla="*/ 205740 w 809625"/>
              <a:gd name="connsiteY1" fmla="*/ 421005 h 788670"/>
              <a:gd name="connsiteX2" fmla="*/ 200025 w 809625"/>
              <a:gd name="connsiteY2" fmla="*/ 354330 h 788670"/>
              <a:gd name="connsiteX3" fmla="*/ 173355 w 809625"/>
              <a:gd name="connsiteY3" fmla="*/ 327660 h 788670"/>
              <a:gd name="connsiteX4" fmla="*/ 95250 w 809625"/>
              <a:gd name="connsiteY4" fmla="*/ 346710 h 788670"/>
              <a:gd name="connsiteX5" fmla="*/ 43815 w 809625"/>
              <a:gd name="connsiteY5" fmla="*/ 390525 h 788670"/>
              <a:gd name="connsiteX6" fmla="*/ 11430 w 809625"/>
              <a:gd name="connsiteY6" fmla="*/ 428625 h 788670"/>
              <a:gd name="connsiteX7" fmla="*/ 0 w 809625"/>
              <a:gd name="connsiteY7" fmla="*/ 432435 h 788670"/>
              <a:gd name="connsiteX8" fmla="*/ 9525 w 809625"/>
              <a:gd name="connsiteY8" fmla="*/ 308610 h 788670"/>
              <a:gd name="connsiteX9" fmla="*/ 26670 w 809625"/>
              <a:gd name="connsiteY9" fmla="*/ 257175 h 788670"/>
              <a:gd name="connsiteX10" fmla="*/ 53340 w 809625"/>
              <a:gd name="connsiteY10" fmla="*/ 203835 h 788670"/>
              <a:gd name="connsiteX11" fmla="*/ 81915 w 809625"/>
              <a:gd name="connsiteY11" fmla="*/ 171450 h 788670"/>
              <a:gd name="connsiteX12" fmla="*/ 118110 w 809625"/>
              <a:gd name="connsiteY12" fmla="*/ 131445 h 788670"/>
              <a:gd name="connsiteX13" fmla="*/ 152400 w 809625"/>
              <a:gd name="connsiteY13" fmla="*/ 110490 h 788670"/>
              <a:gd name="connsiteX14" fmla="*/ 194310 w 809625"/>
              <a:gd name="connsiteY14" fmla="*/ 100965 h 788670"/>
              <a:gd name="connsiteX15" fmla="*/ 245745 w 809625"/>
              <a:gd name="connsiteY15" fmla="*/ 93345 h 788670"/>
              <a:gd name="connsiteX16" fmla="*/ 276225 w 809625"/>
              <a:gd name="connsiteY16" fmla="*/ 93345 h 788670"/>
              <a:gd name="connsiteX17" fmla="*/ 316230 w 809625"/>
              <a:gd name="connsiteY17" fmla="*/ 112395 h 788670"/>
              <a:gd name="connsiteX18" fmla="*/ 358140 w 809625"/>
              <a:gd name="connsiteY18" fmla="*/ 135255 h 788670"/>
              <a:gd name="connsiteX19" fmla="*/ 386715 w 809625"/>
              <a:gd name="connsiteY19" fmla="*/ 175260 h 788670"/>
              <a:gd name="connsiteX20" fmla="*/ 417195 w 809625"/>
              <a:gd name="connsiteY20" fmla="*/ 253365 h 788670"/>
              <a:gd name="connsiteX21" fmla="*/ 426720 w 809625"/>
              <a:gd name="connsiteY21" fmla="*/ 308610 h 788670"/>
              <a:gd name="connsiteX22" fmla="*/ 400050 w 809625"/>
              <a:gd name="connsiteY22" fmla="*/ 430530 h 788670"/>
              <a:gd name="connsiteX23" fmla="*/ 619125 w 809625"/>
              <a:gd name="connsiteY23" fmla="*/ 104775 h 788670"/>
              <a:gd name="connsiteX24" fmla="*/ 588645 w 809625"/>
              <a:gd name="connsiteY24" fmla="*/ 83820 h 788670"/>
              <a:gd name="connsiteX25" fmla="*/ 563880 w 809625"/>
              <a:gd name="connsiteY25" fmla="*/ 68580 h 788670"/>
              <a:gd name="connsiteX26" fmla="*/ 556260 w 809625"/>
              <a:gd name="connsiteY26" fmla="*/ 51435 h 788670"/>
              <a:gd name="connsiteX27" fmla="*/ 556260 w 809625"/>
              <a:gd name="connsiteY27" fmla="*/ 32385 h 788670"/>
              <a:gd name="connsiteX28" fmla="*/ 565785 w 809625"/>
              <a:gd name="connsiteY28" fmla="*/ 11430 h 788670"/>
              <a:gd name="connsiteX29" fmla="*/ 598170 w 809625"/>
              <a:gd name="connsiteY29" fmla="*/ 20955 h 788670"/>
              <a:gd name="connsiteX30" fmla="*/ 615315 w 809625"/>
              <a:gd name="connsiteY30" fmla="*/ 13335 h 788670"/>
              <a:gd name="connsiteX31" fmla="*/ 634365 w 809625"/>
              <a:gd name="connsiteY31" fmla="*/ 7620 h 788670"/>
              <a:gd name="connsiteX32" fmla="*/ 657225 w 809625"/>
              <a:gd name="connsiteY32" fmla="*/ 1905 h 788670"/>
              <a:gd name="connsiteX33" fmla="*/ 672465 w 809625"/>
              <a:gd name="connsiteY33" fmla="*/ 0 h 788670"/>
              <a:gd name="connsiteX34" fmla="*/ 683895 w 809625"/>
              <a:gd name="connsiteY34" fmla="*/ 13335 h 788670"/>
              <a:gd name="connsiteX35" fmla="*/ 693420 w 809625"/>
              <a:gd name="connsiteY35" fmla="*/ 15240 h 788670"/>
              <a:gd name="connsiteX36" fmla="*/ 712470 w 809625"/>
              <a:gd name="connsiteY36" fmla="*/ 9525 h 788670"/>
              <a:gd name="connsiteX37" fmla="*/ 731520 w 809625"/>
              <a:gd name="connsiteY37" fmla="*/ 0 h 788670"/>
              <a:gd name="connsiteX38" fmla="*/ 752475 w 809625"/>
              <a:gd name="connsiteY38" fmla="*/ 0 h 788670"/>
              <a:gd name="connsiteX39" fmla="*/ 762000 w 809625"/>
              <a:gd name="connsiteY39" fmla="*/ 3810 h 788670"/>
              <a:gd name="connsiteX40" fmla="*/ 777240 w 809625"/>
              <a:gd name="connsiteY40" fmla="*/ 11430 h 788670"/>
              <a:gd name="connsiteX41" fmla="*/ 788670 w 809625"/>
              <a:gd name="connsiteY41" fmla="*/ 22860 h 788670"/>
              <a:gd name="connsiteX42" fmla="*/ 769620 w 809625"/>
              <a:gd name="connsiteY42" fmla="*/ 60960 h 788670"/>
              <a:gd name="connsiteX43" fmla="*/ 763905 w 809625"/>
              <a:gd name="connsiteY43" fmla="*/ 93345 h 788670"/>
              <a:gd name="connsiteX44" fmla="*/ 763905 w 809625"/>
              <a:gd name="connsiteY44" fmla="*/ 106680 h 788670"/>
              <a:gd name="connsiteX45" fmla="*/ 805815 w 809625"/>
              <a:gd name="connsiteY45" fmla="*/ 137160 h 788670"/>
              <a:gd name="connsiteX46" fmla="*/ 769620 w 809625"/>
              <a:gd name="connsiteY46" fmla="*/ 154305 h 788670"/>
              <a:gd name="connsiteX47" fmla="*/ 769620 w 809625"/>
              <a:gd name="connsiteY47" fmla="*/ 175260 h 788670"/>
              <a:gd name="connsiteX48" fmla="*/ 781050 w 809625"/>
              <a:gd name="connsiteY48" fmla="*/ 194310 h 788670"/>
              <a:gd name="connsiteX49" fmla="*/ 790575 w 809625"/>
              <a:gd name="connsiteY49" fmla="*/ 207645 h 788670"/>
              <a:gd name="connsiteX50" fmla="*/ 790575 w 809625"/>
              <a:gd name="connsiteY50" fmla="*/ 219075 h 788670"/>
              <a:gd name="connsiteX51" fmla="*/ 773430 w 809625"/>
              <a:gd name="connsiteY51" fmla="*/ 224790 h 788670"/>
              <a:gd name="connsiteX52" fmla="*/ 725805 w 809625"/>
              <a:gd name="connsiteY52" fmla="*/ 226695 h 788670"/>
              <a:gd name="connsiteX53" fmla="*/ 771525 w 809625"/>
              <a:gd name="connsiteY53" fmla="*/ 278130 h 788670"/>
              <a:gd name="connsiteX54" fmla="*/ 790575 w 809625"/>
              <a:gd name="connsiteY54" fmla="*/ 306705 h 788670"/>
              <a:gd name="connsiteX55" fmla="*/ 803910 w 809625"/>
              <a:gd name="connsiteY55" fmla="*/ 344805 h 788670"/>
              <a:gd name="connsiteX56" fmla="*/ 809625 w 809625"/>
              <a:gd name="connsiteY56" fmla="*/ 379095 h 788670"/>
              <a:gd name="connsiteX57" fmla="*/ 809625 w 809625"/>
              <a:gd name="connsiteY57" fmla="*/ 424815 h 788670"/>
              <a:gd name="connsiteX58" fmla="*/ 805815 w 809625"/>
              <a:gd name="connsiteY58" fmla="*/ 480060 h 788670"/>
              <a:gd name="connsiteX59" fmla="*/ 786765 w 809625"/>
              <a:gd name="connsiteY59" fmla="*/ 516255 h 788670"/>
              <a:gd name="connsiteX60" fmla="*/ 763905 w 809625"/>
              <a:gd name="connsiteY60" fmla="*/ 554355 h 788670"/>
              <a:gd name="connsiteX61" fmla="*/ 729615 w 809625"/>
              <a:gd name="connsiteY61" fmla="*/ 584835 h 788670"/>
              <a:gd name="connsiteX62" fmla="*/ 683895 w 809625"/>
              <a:gd name="connsiteY62" fmla="*/ 613410 h 788670"/>
              <a:gd name="connsiteX63" fmla="*/ 634365 w 809625"/>
              <a:gd name="connsiteY63" fmla="*/ 636270 h 788670"/>
              <a:gd name="connsiteX64" fmla="*/ 596265 w 809625"/>
              <a:gd name="connsiteY64" fmla="*/ 664845 h 788670"/>
              <a:gd name="connsiteX65" fmla="*/ 569595 w 809625"/>
              <a:gd name="connsiteY65" fmla="*/ 685800 h 788670"/>
              <a:gd name="connsiteX66" fmla="*/ 554355 w 809625"/>
              <a:gd name="connsiteY66" fmla="*/ 727710 h 788670"/>
              <a:gd name="connsiteX67" fmla="*/ 560070 w 809625"/>
              <a:gd name="connsiteY67" fmla="*/ 788670 h 788670"/>
              <a:gd name="connsiteX68" fmla="*/ 510540 w 809625"/>
              <a:gd name="connsiteY68" fmla="*/ 779145 h 788670"/>
              <a:gd name="connsiteX69" fmla="*/ 518160 w 809625"/>
              <a:gd name="connsiteY69" fmla="*/ 735330 h 788670"/>
              <a:gd name="connsiteX70" fmla="*/ 518160 w 809625"/>
              <a:gd name="connsiteY70" fmla="*/ 718185 h 788670"/>
              <a:gd name="connsiteX71" fmla="*/ 476250 w 809625"/>
              <a:gd name="connsiteY71" fmla="*/ 691515 h 788670"/>
              <a:gd name="connsiteX72" fmla="*/ 440055 w 809625"/>
              <a:gd name="connsiteY72" fmla="*/ 664845 h 788670"/>
              <a:gd name="connsiteX73" fmla="*/ 407670 w 809625"/>
              <a:gd name="connsiteY73" fmla="*/ 638175 h 788670"/>
              <a:gd name="connsiteX74" fmla="*/ 381000 w 809625"/>
              <a:gd name="connsiteY74" fmla="*/ 622935 h 788670"/>
              <a:gd name="connsiteX75" fmla="*/ 340995 w 809625"/>
              <a:gd name="connsiteY75" fmla="*/ 601980 h 788670"/>
              <a:gd name="connsiteX76" fmla="*/ 327660 w 809625"/>
              <a:gd name="connsiteY76" fmla="*/ 609600 h 788670"/>
              <a:gd name="connsiteX77" fmla="*/ 316230 w 809625"/>
              <a:gd name="connsiteY77" fmla="*/ 634365 h 788670"/>
              <a:gd name="connsiteX78" fmla="*/ 287655 w 809625"/>
              <a:gd name="connsiteY78" fmla="*/ 668655 h 788670"/>
              <a:gd name="connsiteX79" fmla="*/ 262890 w 809625"/>
              <a:gd name="connsiteY79" fmla="*/ 630555 h 788670"/>
              <a:gd name="connsiteX80" fmla="*/ 257175 w 809625"/>
              <a:gd name="connsiteY80" fmla="*/ 586740 h 788670"/>
              <a:gd name="connsiteX81" fmla="*/ 245745 w 809625"/>
              <a:gd name="connsiteY81" fmla="*/ 542925 h 788670"/>
              <a:gd name="connsiteX82" fmla="*/ 188595 w 809625"/>
              <a:gd name="connsiteY82" fmla="*/ 529590 h 78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809625" h="788670">
                <a:moveTo>
                  <a:pt x="188595" y="529590"/>
                </a:moveTo>
                <a:lnTo>
                  <a:pt x="205740" y="421005"/>
                </a:lnTo>
                <a:lnTo>
                  <a:pt x="200025" y="354330"/>
                </a:lnTo>
                <a:lnTo>
                  <a:pt x="173355" y="327660"/>
                </a:lnTo>
                <a:lnTo>
                  <a:pt x="95250" y="346710"/>
                </a:lnTo>
                <a:lnTo>
                  <a:pt x="43815" y="390525"/>
                </a:lnTo>
                <a:lnTo>
                  <a:pt x="11430" y="428625"/>
                </a:lnTo>
                <a:lnTo>
                  <a:pt x="0" y="432435"/>
                </a:lnTo>
                <a:lnTo>
                  <a:pt x="9525" y="308610"/>
                </a:lnTo>
                <a:lnTo>
                  <a:pt x="26670" y="257175"/>
                </a:lnTo>
                <a:lnTo>
                  <a:pt x="53340" y="203835"/>
                </a:lnTo>
                <a:lnTo>
                  <a:pt x="81915" y="171450"/>
                </a:lnTo>
                <a:lnTo>
                  <a:pt x="118110" y="131445"/>
                </a:lnTo>
                <a:lnTo>
                  <a:pt x="152400" y="110490"/>
                </a:lnTo>
                <a:lnTo>
                  <a:pt x="194310" y="100965"/>
                </a:lnTo>
                <a:lnTo>
                  <a:pt x="245745" y="93345"/>
                </a:lnTo>
                <a:lnTo>
                  <a:pt x="276225" y="93345"/>
                </a:lnTo>
                <a:lnTo>
                  <a:pt x="316230" y="112395"/>
                </a:lnTo>
                <a:lnTo>
                  <a:pt x="358140" y="135255"/>
                </a:lnTo>
                <a:lnTo>
                  <a:pt x="386715" y="175260"/>
                </a:lnTo>
                <a:lnTo>
                  <a:pt x="417195" y="253365"/>
                </a:lnTo>
                <a:lnTo>
                  <a:pt x="426720" y="308610"/>
                </a:lnTo>
                <a:lnTo>
                  <a:pt x="400050" y="430530"/>
                </a:lnTo>
                <a:lnTo>
                  <a:pt x="619125" y="104775"/>
                </a:lnTo>
                <a:lnTo>
                  <a:pt x="588645" y="83820"/>
                </a:lnTo>
                <a:lnTo>
                  <a:pt x="563880" y="68580"/>
                </a:lnTo>
                <a:lnTo>
                  <a:pt x="556260" y="51435"/>
                </a:lnTo>
                <a:lnTo>
                  <a:pt x="556260" y="32385"/>
                </a:lnTo>
                <a:lnTo>
                  <a:pt x="565785" y="11430"/>
                </a:lnTo>
                <a:lnTo>
                  <a:pt x="598170" y="20955"/>
                </a:lnTo>
                <a:lnTo>
                  <a:pt x="615315" y="13335"/>
                </a:lnTo>
                <a:lnTo>
                  <a:pt x="634365" y="7620"/>
                </a:lnTo>
                <a:lnTo>
                  <a:pt x="657225" y="1905"/>
                </a:lnTo>
                <a:lnTo>
                  <a:pt x="672465" y="0"/>
                </a:lnTo>
                <a:lnTo>
                  <a:pt x="683895" y="13335"/>
                </a:lnTo>
                <a:lnTo>
                  <a:pt x="693420" y="15240"/>
                </a:lnTo>
                <a:lnTo>
                  <a:pt x="712470" y="9525"/>
                </a:lnTo>
                <a:lnTo>
                  <a:pt x="731520" y="0"/>
                </a:lnTo>
                <a:lnTo>
                  <a:pt x="752475" y="0"/>
                </a:lnTo>
                <a:lnTo>
                  <a:pt x="762000" y="3810"/>
                </a:lnTo>
                <a:lnTo>
                  <a:pt x="777240" y="11430"/>
                </a:lnTo>
                <a:lnTo>
                  <a:pt x="788670" y="22860"/>
                </a:lnTo>
                <a:lnTo>
                  <a:pt x="769620" y="60960"/>
                </a:lnTo>
                <a:lnTo>
                  <a:pt x="763905" y="93345"/>
                </a:lnTo>
                <a:lnTo>
                  <a:pt x="763905" y="106680"/>
                </a:lnTo>
                <a:lnTo>
                  <a:pt x="805815" y="137160"/>
                </a:lnTo>
                <a:lnTo>
                  <a:pt x="769620" y="154305"/>
                </a:lnTo>
                <a:lnTo>
                  <a:pt x="769620" y="175260"/>
                </a:lnTo>
                <a:lnTo>
                  <a:pt x="781050" y="194310"/>
                </a:lnTo>
                <a:lnTo>
                  <a:pt x="790575" y="207645"/>
                </a:lnTo>
                <a:lnTo>
                  <a:pt x="790575" y="219075"/>
                </a:lnTo>
                <a:lnTo>
                  <a:pt x="773430" y="224790"/>
                </a:lnTo>
                <a:lnTo>
                  <a:pt x="725805" y="226695"/>
                </a:lnTo>
                <a:lnTo>
                  <a:pt x="771525" y="278130"/>
                </a:lnTo>
                <a:lnTo>
                  <a:pt x="790575" y="306705"/>
                </a:lnTo>
                <a:lnTo>
                  <a:pt x="803910" y="344805"/>
                </a:lnTo>
                <a:lnTo>
                  <a:pt x="809625" y="379095"/>
                </a:lnTo>
                <a:lnTo>
                  <a:pt x="809625" y="424815"/>
                </a:lnTo>
                <a:lnTo>
                  <a:pt x="805815" y="480060"/>
                </a:lnTo>
                <a:lnTo>
                  <a:pt x="786765" y="516255"/>
                </a:lnTo>
                <a:lnTo>
                  <a:pt x="763905" y="554355"/>
                </a:lnTo>
                <a:lnTo>
                  <a:pt x="729615" y="584835"/>
                </a:lnTo>
                <a:lnTo>
                  <a:pt x="683895" y="613410"/>
                </a:lnTo>
                <a:lnTo>
                  <a:pt x="634365" y="636270"/>
                </a:lnTo>
                <a:lnTo>
                  <a:pt x="596265" y="664845"/>
                </a:lnTo>
                <a:lnTo>
                  <a:pt x="569595" y="685800"/>
                </a:lnTo>
                <a:lnTo>
                  <a:pt x="554355" y="727710"/>
                </a:lnTo>
                <a:lnTo>
                  <a:pt x="560070" y="788670"/>
                </a:lnTo>
                <a:lnTo>
                  <a:pt x="510540" y="779145"/>
                </a:lnTo>
                <a:lnTo>
                  <a:pt x="518160" y="735330"/>
                </a:lnTo>
                <a:lnTo>
                  <a:pt x="518160" y="718185"/>
                </a:lnTo>
                <a:lnTo>
                  <a:pt x="476250" y="691515"/>
                </a:lnTo>
                <a:lnTo>
                  <a:pt x="440055" y="664845"/>
                </a:lnTo>
                <a:lnTo>
                  <a:pt x="407670" y="638175"/>
                </a:lnTo>
                <a:lnTo>
                  <a:pt x="381000" y="622935"/>
                </a:lnTo>
                <a:lnTo>
                  <a:pt x="340995" y="601980"/>
                </a:lnTo>
                <a:lnTo>
                  <a:pt x="327660" y="609600"/>
                </a:lnTo>
                <a:lnTo>
                  <a:pt x="316230" y="634365"/>
                </a:lnTo>
                <a:lnTo>
                  <a:pt x="287655" y="668655"/>
                </a:lnTo>
                <a:lnTo>
                  <a:pt x="262890" y="630555"/>
                </a:lnTo>
                <a:lnTo>
                  <a:pt x="257175" y="586740"/>
                </a:lnTo>
                <a:lnTo>
                  <a:pt x="245745" y="542925"/>
                </a:lnTo>
                <a:lnTo>
                  <a:pt x="188595" y="529590"/>
                </a:lnTo>
                <a:close/>
              </a:path>
            </a:pathLst>
          </a:custGeom>
          <a:solidFill>
            <a:srgbClr val="A9D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 23">
            <a:extLst>
              <a:ext uri="{FF2B5EF4-FFF2-40B4-BE49-F238E27FC236}">
                <a16:creationId xmlns:a16="http://schemas.microsoft.com/office/drawing/2014/main" id="{7DD02A73-6B71-F92B-FFA1-AC362D022C15}"/>
              </a:ext>
            </a:extLst>
          </p:cNvPr>
          <p:cNvSpPr>
            <a:spLocks/>
          </p:cNvSpPr>
          <p:nvPr/>
        </p:nvSpPr>
        <p:spPr bwMode="auto">
          <a:xfrm>
            <a:off x="1432878" y="1709103"/>
            <a:ext cx="19050" cy="26988"/>
          </a:xfrm>
          <a:custGeom>
            <a:avLst/>
            <a:gdLst>
              <a:gd name="T0" fmla="*/ 14 w 26"/>
              <a:gd name="T1" fmla="*/ 33 h 33"/>
              <a:gd name="T2" fmla="*/ 14 w 26"/>
              <a:gd name="T3" fmla="*/ 33 h 33"/>
              <a:gd name="T4" fmla="*/ 4 w 26"/>
              <a:gd name="T5" fmla="*/ 23 h 33"/>
              <a:gd name="T6" fmla="*/ 1 w 26"/>
              <a:gd name="T7" fmla="*/ 19 h 33"/>
              <a:gd name="T8" fmla="*/ 0 w 26"/>
              <a:gd name="T9" fmla="*/ 15 h 33"/>
              <a:gd name="T10" fmla="*/ 0 w 26"/>
              <a:gd name="T11" fmla="*/ 15 h 33"/>
              <a:gd name="T12" fmla="*/ 2 w 26"/>
              <a:gd name="T13" fmla="*/ 11 h 33"/>
              <a:gd name="T14" fmla="*/ 6 w 26"/>
              <a:gd name="T15" fmla="*/ 8 h 33"/>
              <a:gd name="T16" fmla="*/ 13 w 26"/>
              <a:gd name="T17" fmla="*/ 0 h 33"/>
              <a:gd name="T18" fmla="*/ 13 w 26"/>
              <a:gd name="T19" fmla="*/ 0 h 33"/>
              <a:gd name="T20" fmla="*/ 21 w 26"/>
              <a:gd name="T21" fmla="*/ 6 h 33"/>
              <a:gd name="T22" fmla="*/ 24 w 26"/>
              <a:gd name="T23" fmla="*/ 10 h 33"/>
              <a:gd name="T24" fmla="*/ 26 w 26"/>
              <a:gd name="T25" fmla="*/ 14 h 33"/>
              <a:gd name="T26" fmla="*/ 26 w 26"/>
              <a:gd name="T27" fmla="*/ 14 h 33"/>
              <a:gd name="T28" fmla="*/ 26 w 26"/>
              <a:gd name="T29" fmla="*/ 18 h 33"/>
              <a:gd name="T30" fmla="*/ 22 w 26"/>
              <a:gd name="T31" fmla="*/ 22 h 33"/>
              <a:gd name="T32" fmla="*/ 14 w 26"/>
              <a:gd name="T33" fmla="*/ 33 h 33"/>
              <a:gd name="T34" fmla="*/ 14 w 26"/>
              <a:gd name="T35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6" h="33">
                <a:moveTo>
                  <a:pt x="14" y="33"/>
                </a:moveTo>
                <a:lnTo>
                  <a:pt x="14" y="33"/>
                </a:lnTo>
                <a:lnTo>
                  <a:pt x="4" y="23"/>
                </a:lnTo>
                <a:lnTo>
                  <a:pt x="1" y="19"/>
                </a:lnTo>
                <a:lnTo>
                  <a:pt x="0" y="15"/>
                </a:lnTo>
                <a:lnTo>
                  <a:pt x="0" y="15"/>
                </a:lnTo>
                <a:lnTo>
                  <a:pt x="2" y="11"/>
                </a:lnTo>
                <a:lnTo>
                  <a:pt x="6" y="8"/>
                </a:lnTo>
                <a:lnTo>
                  <a:pt x="13" y="0"/>
                </a:lnTo>
                <a:lnTo>
                  <a:pt x="13" y="0"/>
                </a:lnTo>
                <a:lnTo>
                  <a:pt x="21" y="6"/>
                </a:lnTo>
                <a:lnTo>
                  <a:pt x="24" y="10"/>
                </a:lnTo>
                <a:lnTo>
                  <a:pt x="26" y="14"/>
                </a:lnTo>
                <a:lnTo>
                  <a:pt x="26" y="14"/>
                </a:lnTo>
                <a:lnTo>
                  <a:pt x="26" y="18"/>
                </a:lnTo>
                <a:lnTo>
                  <a:pt x="22" y="22"/>
                </a:lnTo>
                <a:lnTo>
                  <a:pt x="14" y="33"/>
                </a:lnTo>
                <a:lnTo>
                  <a:pt x="14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3075984B-10E4-E506-0A55-EFE570E39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154" y="2362"/>
            <a:ext cx="1971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1400" b="1" i="0" u="none" strike="noStrike" cap="none" normalizeH="0" baseline="0" dirty="0">
                <a:ln>
                  <a:noFill/>
                </a:ln>
                <a:solidFill>
                  <a:srgbClr val="3B3838"/>
                </a:solidFill>
                <a:effectLst/>
                <a:latin typeface="Flame Sans" panose="020B0503030201040103" pitchFamily="34" charset="0"/>
              </a:rPr>
              <a:t>Sustainability of chemicals</a:t>
            </a:r>
            <a:endParaRPr kumimoji="0" lang="en-US" altLang="de-D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5062CFF9-04DB-DFD6-2734-C421733C5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9" y="361433"/>
            <a:ext cx="714939" cy="60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6ABB4D"/>
                </a:solidFill>
                <a:effectLst/>
                <a:latin typeface="Flame Sans" panose="020B0503030201040103" pitchFamily="34" charset="0"/>
              </a:rPr>
              <a:t>Green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900" b="1" dirty="0">
                <a:solidFill>
                  <a:srgbClr val="3B3838"/>
                </a:solidFill>
                <a:latin typeface="Flame Sans" panose="020B0503030201040103" pitchFamily="34" charset="0"/>
              </a:rPr>
              <a:t>and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900" b="1" i="0" u="none" strike="noStrike" cap="none" normalizeH="0" baseline="0" dirty="0">
                <a:ln>
                  <a:noFill/>
                </a:ln>
                <a:solidFill>
                  <a:srgbClr val="D52E4D"/>
                </a:solidFill>
                <a:effectLst/>
                <a:latin typeface="Flame Sans" panose="020B0503030201040103" pitchFamily="34" charset="0"/>
              </a:rPr>
              <a:t>Non-profitable</a:t>
            </a:r>
            <a:endParaRPr kumimoji="0" lang="en-US" altLang="de-DE" sz="900" b="0" i="0" u="none" strike="noStrike" cap="none" normalizeH="0" baseline="0" dirty="0">
              <a:ln>
                <a:noFill/>
              </a:ln>
              <a:solidFill>
                <a:srgbClr val="D52E4D"/>
              </a:solidFill>
              <a:effectLst/>
            </a:endParaRP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89B0FD82-5DDE-3467-EEBB-9903B8623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351" y="361432"/>
            <a:ext cx="477696" cy="60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900" b="1" i="0" u="none" strike="noStrike" cap="none" normalizeH="0" baseline="0" dirty="0">
                <a:ln>
                  <a:noFill/>
                </a:ln>
                <a:solidFill>
                  <a:srgbClr val="6ABB4D"/>
                </a:solidFill>
                <a:effectLst/>
                <a:latin typeface="Flame Sans" panose="020B0503030201040103" pitchFamily="34" charset="0"/>
              </a:rPr>
              <a:t>Green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de-DE" sz="900" b="1" dirty="0">
                <a:solidFill>
                  <a:srgbClr val="3B3838"/>
                </a:solidFill>
                <a:latin typeface="Flame Sans" panose="020B0503030201040103" pitchFamily="34" charset="0"/>
              </a:rPr>
              <a:t>and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de-DE" sz="900" b="1" i="0" u="none" strike="noStrike" cap="none" normalizeH="0" baseline="0">
                <a:ln>
                  <a:noFill/>
                </a:ln>
                <a:solidFill>
                  <a:srgbClr val="6ABB4D"/>
                </a:solidFill>
                <a:effectLst/>
                <a:latin typeface="Flame Sans" panose="020B0503030201040103" pitchFamily="34" charset="0"/>
              </a:rPr>
              <a:t>Profitable</a:t>
            </a:r>
            <a:endParaRPr kumimoji="0" lang="en-US" altLang="de-DE" sz="900" b="0" i="0" u="none" strike="noStrike" cap="none" normalizeH="0" baseline="0" dirty="0">
              <a:ln>
                <a:noFill/>
              </a:ln>
              <a:solidFill>
                <a:srgbClr val="6ABB4D"/>
              </a:solidFill>
              <a:effectLst/>
            </a:endParaRP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B9D83F9E-DD24-80C7-B19C-4B3307A464A6}"/>
              </a:ext>
            </a:extLst>
          </p:cNvPr>
          <p:cNvSpPr/>
          <p:nvPr/>
        </p:nvSpPr>
        <p:spPr>
          <a:xfrm>
            <a:off x="1307040" y="1251894"/>
            <a:ext cx="283609" cy="90179"/>
          </a:xfrm>
          <a:prstGeom prst="arc">
            <a:avLst>
              <a:gd name="adj1" fmla="val 9490362"/>
              <a:gd name="adj2" fmla="val 21411254"/>
            </a:avLst>
          </a:prstGeom>
          <a:ln w="22225" cap="rnd">
            <a:solidFill>
              <a:srgbClr val="6ABB4D"/>
            </a:solidFill>
            <a:headEnd type="non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EB3D6F-E84E-9333-CF97-4816C42D6E47}"/>
              </a:ext>
            </a:extLst>
          </p:cNvPr>
          <p:cNvGrpSpPr/>
          <p:nvPr/>
        </p:nvGrpSpPr>
        <p:grpSpPr>
          <a:xfrm>
            <a:off x="689927" y="308610"/>
            <a:ext cx="1438276" cy="1390004"/>
            <a:chOff x="689928" y="443865"/>
            <a:chExt cx="1438276" cy="1390004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3352DC52-1D63-41A2-179E-890303A32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1041" y="1251903"/>
              <a:ext cx="157163" cy="111125"/>
            </a:xfrm>
            <a:custGeom>
              <a:avLst/>
              <a:gdLst>
                <a:gd name="T0" fmla="*/ 197 w 197"/>
                <a:gd name="T1" fmla="*/ 77 h 139"/>
                <a:gd name="T2" fmla="*/ 197 w 197"/>
                <a:gd name="T3" fmla="*/ 77 h 139"/>
                <a:gd name="T4" fmla="*/ 189 w 197"/>
                <a:gd name="T5" fmla="*/ 83 h 139"/>
                <a:gd name="T6" fmla="*/ 180 w 197"/>
                <a:gd name="T7" fmla="*/ 86 h 139"/>
                <a:gd name="T8" fmla="*/ 180 w 197"/>
                <a:gd name="T9" fmla="*/ 86 h 139"/>
                <a:gd name="T10" fmla="*/ 25 w 197"/>
                <a:gd name="T11" fmla="*/ 138 h 139"/>
                <a:gd name="T12" fmla="*/ 25 w 197"/>
                <a:gd name="T13" fmla="*/ 138 h 139"/>
                <a:gd name="T14" fmla="*/ 15 w 197"/>
                <a:gd name="T15" fmla="*/ 139 h 139"/>
                <a:gd name="T16" fmla="*/ 11 w 197"/>
                <a:gd name="T17" fmla="*/ 139 h 139"/>
                <a:gd name="T18" fmla="*/ 6 w 197"/>
                <a:gd name="T19" fmla="*/ 138 h 139"/>
                <a:gd name="T20" fmla="*/ 6 w 197"/>
                <a:gd name="T21" fmla="*/ 138 h 139"/>
                <a:gd name="T22" fmla="*/ 4 w 197"/>
                <a:gd name="T23" fmla="*/ 136 h 139"/>
                <a:gd name="T24" fmla="*/ 1 w 197"/>
                <a:gd name="T25" fmla="*/ 133 h 139"/>
                <a:gd name="T26" fmla="*/ 0 w 197"/>
                <a:gd name="T27" fmla="*/ 129 h 139"/>
                <a:gd name="T28" fmla="*/ 0 w 197"/>
                <a:gd name="T29" fmla="*/ 126 h 139"/>
                <a:gd name="T30" fmla="*/ 0 w 197"/>
                <a:gd name="T31" fmla="*/ 126 h 139"/>
                <a:gd name="T32" fmla="*/ 2 w 197"/>
                <a:gd name="T33" fmla="*/ 121 h 139"/>
                <a:gd name="T34" fmla="*/ 5 w 197"/>
                <a:gd name="T35" fmla="*/ 118 h 139"/>
                <a:gd name="T36" fmla="*/ 10 w 197"/>
                <a:gd name="T37" fmla="*/ 115 h 139"/>
                <a:gd name="T38" fmla="*/ 13 w 197"/>
                <a:gd name="T39" fmla="*/ 113 h 139"/>
                <a:gd name="T40" fmla="*/ 13 w 197"/>
                <a:gd name="T41" fmla="*/ 113 h 139"/>
                <a:gd name="T42" fmla="*/ 64 w 197"/>
                <a:gd name="T43" fmla="*/ 95 h 139"/>
                <a:gd name="T44" fmla="*/ 115 w 197"/>
                <a:gd name="T45" fmla="*/ 77 h 139"/>
                <a:gd name="T46" fmla="*/ 115 w 197"/>
                <a:gd name="T47" fmla="*/ 77 h 139"/>
                <a:gd name="T48" fmla="*/ 135 w 197"/>
                <a:gd name="T49" fmla="*/ 69 h 139"/>
                <a:gd name="T50" fmla="*/ 135 w 197"/>
                <a:gd name="T51" fmla="*/ 69 h 139"/>
                <a:gd name="T52" fmla="*/ 32 w 197"/>
                <a:gd name="T53" fmla="*/ 35 h 139"/>
                <a:gd name="T54" fmla="*/ 32 w 197"/>
                <a:gd name="T55" fmla="*/ 35 h 139"/>
                <a:gd name="T56" fmla="*/ 22 w 197"/>
                <a:gd name="T57" fmla="*/ 33 h 139"/>
                <a:gd name="T58" fmla="*/ 17 w 197"/>
                <a:gd name="T59" fmla="*/ 31 h 139"/>
                <a:gd name="T60" fmla="*/ 13 w 197"/>
                <a:gd name="T61" fmla="*/ 28 h 139"/>
                <a:gd name="T62" fmla="*/ 13 w 197"/>
                <a:gd name="T63" fmla="*/ 28 h 139"/>
                <a:gd name="T64" fmla="*/ 9 w 197"/>
                <a:gd name="T65" fmla="*/ 24 h 139"/>
                <a:gd name="T66" fmla="*/ 4 w 197"/>
                <a:gd name="T67" fmla="*/ 20 h 139"/>
                <a:gd name="T68" fmla="*/ 1 w 197"/>
                <a:gd name="T69" fmla="*/ 14 h 139"/>
                <a:gd name="T70" fmla="*/ 1 w 197"/>
                <a:gd name="T71" fmla="*/ 12 h 139"/>
                <a:gd name="T72" fmla="*/ 1 w 197"/>
                <a:gd name="T73" fmla="*/ 10 h 139"/>
                <a:gd name="T74" fmla="*/ 1 w 197"/>
                <a:gd name="T75" fmla="*/ 10 h 139"/>
                <a:gd name="T76" fmla="*/ 2 w 197"/>
                <a:gd name="T77" fmla="*/ 6 h 139"/>
                <a:gd name="T78" fmla="*/ 3 w 197"/>
                <a:gd name="T79" fmla="*/ 3 h 139"/>
                <a:gd name="T80" fmla="*/ 6 w 197"/>
                <a:gd name="T81" fmla="*/ 2 h 139"/>
                <a:gd name="T82" fmla="*/ 9 w 197"/>
                <a:gd name="T83" fmla="*/ 1 h 139"/>
                <a:gd name="T84" fmla="*/ 15 w 197"/>
                <a:gd name="T85" fmla="*/ 0 h 139"/>
                <a:gd name="T86" fmla="*/ 23 w 197"/>
                <a:gd name="T87" fmla="*/ 2 h 139"/>
                <a:gd name="T88" fmla="*/ 23 w 197"/>
                <a:gd name="T89" fmla="*/ 2 h 139"/>
                <a:gd name="T90" fmla="*/ 70 w 197"/>
                <a:gd name="T91" fmla="*/ 17 h 139"/>
                <a:gd name="T92" fmla="*/ 70 w 197"/>
                <a:gd name="T93" fmla="*/ 17 h 139"/>
                <a:gd name="T94" fmla="*/ 178 w 197"/>
                <a:gd name="T95" fmla="*/ 54 h 139"/>
                <a:gd name="T96" fmla="*/ 178 w 197"/>
                <a:gd name="T97" fmla="*/ 54 h 139"/>
                <a:gd name="T98" fmla="*/ 188 w 197"/>
                <a:gd name="T99" fmla="*/ 58 h 139"/>
                <a:gd name="T100" fmla="*/ 197 w 197"/>
                <a:gd name="T101" fmla="*/ 63 h 139"/>
                <a:gd name="T102" fmla="*/ 197 w 197"/>
                <a:gd name="T103" fmla="*/ 63 h 139"/>
                <a:gd name="T104" fmla="*/ 197 w 197"/>
                <a:gd name="T105" fmla="*/ 77 h 139"/>
                <a:gd name="T106" fmla="*/ 197 w 197"/>
                <a:gd name="T107" fmla="*/ 7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39">
                  <a:moveTo>
                    <a:pt x="197" y="77"/>
                  </a:moveTo>
                  <a:lnTo>
                    <a:pt x="197" y="77"/>
                  </a:lnTo>
                  <a:lnTo>
                    <a:pt x="189" y="83"/>
                  </a:lnTo>
                  <a:lnTo>
                    <a:pt x="180" y="86"/>
                  </a:lnTo>
                  <a:lnTo>
                    <a:pt x="180" y="86"/>
                  </a:lnTo>
                  <a:lnTo>
                    <a:pt x="25" y="138"/>
                  </a:lnTo>
                  <a:lnTo>
                    <a:pt x="25" y="138"/>
                  </a:lnTo>
                  <a:lnTo>
                    <a:pt x="15" y="139"/>
                  </a:lnTo>
                  <a:lnTo>
                    <a:pt x="11" y="139"/>
                  </a:lnTo>
                  <a:lnTo>
                    <a:pt x="6" y="138"/>
                  </a:lnTo>
                  <a:lnTo>
                    <a:pt x="6" y="138"/>
                  </a:lnTo>
                  <a:lnTo>
                    <a:pt x="4" y="136"/>
                  </a:lnTo>
                  <a:lnTo>
                    <a:pt x="1" y="133"/>
                  </a:lnTo>
                  <a:lnTo>
                    <a:pt x="0" y="129"/>
                  </a:lnTo>
                  <a:lnTo>
                    <a:pt x="0" y="126"/>
                  </a:lnTo>
                  <a:lnTo>
                    <a:pt x="0" y="126"/>
                  </a:lnTo>
                  <a:lnTo>
                    <a:pt x="2" y="121"/>
                  </a:lnTo>
                  <a:lnTo>
                    <a:pt x="5" y="118"/>
                  </a:lnTo>
                  <a:lnTo>
                    <a:pt x="10" y="115"/>
                  </a:lnTo>
                  <a:lnTo>
                    <a:pt x="13" y="113"/>
                  </a:lnTo>
                  <a:lnTo>
                    <a:pt x="13" y="113"/>
                  </a:lnTo>
                  <a:lnTo>
                    <a:pt x="64" y="95"/>
                  </a:lnTo>
                  <a:lnTo>
                    <a:pt x="115" y="77"/>
                  </a:lnTo>
                  <a:lnTo>
                    <a:pt x="115" y="77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22" y="33"/>
                  </a:lnTo>
                  <a:lnTo>
                    <a:pt x="17" y="31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9" y="24"/>
                  </a:lnTo>
                  <a:lnTo>
                    <a:pt x="4" y="20"/>
                  </a:lnTo>
                  <a:lnTo>
                    <a:pt x="1" y="14"/>
                  </a:lnTo>
                  <a:lnTo>
                    <a:pt x="1" y="12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6"/>
                  </a:lnTo>
                  <a:lnTo>
                    <a:pt x="3" y="3"/>
                  </a:lnTo>
                  <a:lnTo>
                    <a:pt x="6" y="2"/>
                  </a:lnTo>
                  <a:lnTo>
                    <a:pt x="9" y="1"/>
                  </a:lnTo>
                  <a:lnTo>
                    <a:pt x="1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70" y="17"/>
                  </a:lnTo>
                  <a:lnTo>
                    <a:pt x="70" y="17"/>
                  </a:lnTo>
                  <a:lnTo>
                    <a:pt x="178" y="54"/>
                  </a:lnTo>
                  <a:lnTo>
                    <a:pt x="178" y="54"/>
                  </a:lnTo>
                  <a:lnTo>
                    <a:pt x="188" y="58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197" y="77"/>
                  </a:lnTo>
                  <a:lnTo>
                    <a:pt x="197" y="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59F0572-3CEC-10E0-C019-D76A0213D9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9928" y="1251903"/>
              <a:ext cx="1323975" cy="538163"/>
            </a:xfrm>
            <a:custGeom>
              <a:avLst/>
              <a:gdLst>
                <a:gd name="T0" fmla="*/ 1006 w 1669"/>
                <a:gd name="T1" fmla="*/ 113 h 677"/>
                <a:gd name="T2" fmla="*/ 962 w 1669"/>
                <a:gd name="T3" fmla="*/ 140 h 677"/>
                <a:gd name="T4" fmla="*/ 961 w 1669"/>
                <a:gd name="T5" fmla="*/ 284 h 677"/>
                <a:gd name="T6" fmla="*/ 985 w 1669"/>
                <a:gd name="T7" fmla="*/ 304 h 677"/>
                <a:gd name="T8" fmla="*/ 989 w 1669"/>
                <a:gd name="T9" fmla="*/ 333 h 677"/>
                <a:gd name="T10" fmla="*/ 971 w 1669"/>
                <a:gd name="T11" fmla="*/ 361 h 677"/>
                <a:gd name="T12" fmla="*/ 962 w 1669"/>
                <a:gd name="T13" fmla="*/ 392 h 677"/>
                <a:gd name="T14" fmla="*/ 963 w 1669"/>
                <a:gd name="T15" fmla="*/ 664 h 677"/>
                <a:gd name="T16" fmla="*/ 948 w 1669"/>
                <a:gd name="T17" fmla="*/ 677 h 677"/>
                <a:gd name="T18" fmla="*/ 935 w 1669"/>
                <a:gd name="T19" fmla="*/ 667 h 677"/>
                <a:gd name="T20" fmla="*/ 934 w 1669"/>
                <a:gd name="T21" fmla="*/ 392 h 677"/>
                <a:gd name="T22" fmla="*/ 932 w 1669"/>
                <a:gd name="T23" fmla="*/ 364 h 677"/>
                <a:gd name="T24" fmla="*/ 908 w 1669"/>
                <a:gd name="T25" fmla="*/ 340 h 677"/>
                <a:gd name="T26" fmla="*/ 908 w 1669"/>
                <a:gd name="T27" fmla="*/ 310 h 677"/>
                <a:gd name="T28" fmla="*/ 931 w 1669"/>
                <a:gd name="T29" fmla="*/ 286 h 677"/>
                <a:gd name="T30" fmla="*/ 925 w 1669"/>
                <a:gd name="T31" fmla="*/ 138 h 677"/>
                <a:gd name="T32" fmla="*/ 885 w 1669"/>
                <a:gd name="T33" fmla="*/ 104 h 677"/>
                <a:gd name="T34" fmla="*/ 313 w 1669"/>
                <a:gd name="T35" fmla="*/ 83 h 677"/>
                <a:gd name="T36" fmla="*/ 294 w 1669"/>
                <a:gd name="T37" fmla="*/ 123 h 677"/>
                <a:gd name="T38" fmla="*/ 258 w 1669"/>
                <a:gd name="T39" fmla="*/ 141 h 677"/>
                <a:gd name="T40" fmla="*/ 130 w 1669"/>
                <a:gd name="T41" fmla="*/ 140 h 677"/>
                <a:gd name="T42" fmla="*/ 0 w 1669"/>
                <a:gd name="T43" fmla="*/ 134 h 677"/>
                <a:gd name="T44" fmla="*/ 9 w 1669"/>
                <a:gd name="T45" fmla="*/ 110 h 677"/>
                <a:gd name="T46" fmla="*/ 30 w 1669"/>
                <a:gd name="T47" fmla="*/ 52 h 677"/>
                <a:gd name="T48" fmla="*/ 4 w 1669"/>
                <a:gd name="T49" fmla="*/ 23 h 677"/>
                <a:gd name="T50" fmla="*/ 3 w 1669"/>
                <a:gd name="T51" fmla="*/ 5 h 677"/>
                <a:gd name="T52" fmla="*/ 141 w 1669"/>
                <a:gd name="T53" fmla="*/ 0 h 677"/>
                <a:gd name="T54" fmla="*/ 282 w 1669"/>
                <a:gd name="T55" fmla="*/ 6 h 677"/>
                <a:gd name="T56" fmla="*/ 308 w 1669"/>
                <a:gd name="T57" fmla="*/ 49 h 677"/>
                <a:gd name="T58" fmla="*/ 877 w 1669"/>
                <a:gd name="T59" fmla="*/ 58 h 677"/>
                <a:gd name="T60" fmla="*/ 912 w 1669"/>
                <a:gd name="T61" fmla="*/ 9 h 677"/>
                <a:gd name="T62" fmla="*/ 964 w 1669"/>
                <a:gd name="T63" fmla="*/ 1 h 677"/>
                <a:gd name="T64" fmla="*/ 1007 w 1669"/>
                <a:gd name="T65" fmla="*/ 34 h 677"/>
                <a:gd name="T66" fmla="*/ 1044 w 1669"/>
                <a:gd name="T67" fmla="*/ 56 h 677"/>
                <a:gd name="T68" fmla="*/ 1657 w 1669"/>
                <a:gd name="T69" fmla="*/ 56 h 677"/>
                <a:gd name="T70" fmla="*/ 1669 w 1669"/>
                <a:gd name="T71" fmla="*/ 66 h 677"/>
                <a:gd name="T72" fmla="*/ 1662 w 1669"/>
                <a:gd name="T73" fmla="*/ 80 h 677"/>
                <a:gd name="T74" fmla="*/ 1643 w 1669"/>
                <a:gd name="T75" fmla="*/ 85 h 677"/>
                <a:gd name="T76" fmla="*/ 1019 w 1669"/>
                <a:gd name="T77" fmla="*/ 82 h 677"/>
                <a:gd name="T78" fmla="*/ 288 w 1669"/>
                <a:gd name="T79" fmla="*/ 55 h 677"/>
                <a:gd name="T80" fmla="*/ 257 w 1669"/>
                <a:gd name="T81" fmla="*/ 30 h 677"/>
                <a:gd name="T82" fmla="*/ 218 w 1669"/>
                <a:gd name="T83" fmla="*/ 28 h 677"/>
                <a:gd name="T84" fmla="*/ 54 w 1669"/>
                <a:gd name="T85" fmla="*/ 27 h 677"/>
                <a:gd name="T86" fmla="*/ 54 w 1669"/>
                <a:gd name="T87" fmla="*/ 85 h 677"/>
                <a:gd name="T88" fmla="*/ 189 w 1669"/>
                <a:gd name="T89" fmla="*/ 113 h 677"/>
                <a:gd name="T90" fmla="*/ 259 w 1669"/>
                <a:gd name="T91" fmla="*/ 110 h 677"/>
                <a:gd name="T92" fmla="*/ 288 w 1669"/>
                <a:gd name="T93" fmla="*/ 85 h 677"/>
                <a:gd name="T94" fmla="*/ 932 w 1669"/>
                <a:gd name="T95" fmla="*/ 32 h 677"/>
                <a:gd name="T96" fmla="*/ 906 w 1669"/>
                <a:gd name="T97" fmla="*/ 63 h 677"/>
                <a:gd name="T98" fmla="*/ 914 w 1669"/>
                <a:gd name="T99" fmla="*/ 94 h 677"/>
                <a:gd name="T100" fmla="*/ 948 w 1669"/>
                <a:gd name="T101" fmla="*/ 113 h 677"/>
                <a:gd name="T102" fmla="*/ 977 w 1669"/>
                <a:gd name="T103" fmla="*/ 99 h 677"/>
                <a:gd name="T104" fmla="*/ 990 w 1669"/>
                <a:gd name="T105" fmla="*/ 69 h 677"/>
                <a:gd name="T106" fmla="*/ 969 w 1669"/>
                <a:gd name="T107" fmla="*/ 35 h 677"/>
                <a:gd name="T108" fmla="*/ 949 w 1669"/>
                <a:gd name="T109" fmla="*/ 344 h 677"/>
                <a:gd name="T110" fmla="*/ 961 w 1669"/>
                <a:gd name="T111" fmla="*/ 325 h 677"/>
                <a:gd name="T112" fmla="*/ 941 w 1669"/>
                <a:gd name="T113" fmla="*/ 319 h 677"/>
                <a:gd name="T114" fmla="*/ 939 w 1669"/>
                <a:gd name="T115" fmla="*/ 334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9" h="677">
                  <a:moveTo>
                    <a:pt x="1019" y="82"/>
                  </a:moveTo>
                  <a:lnTo>
                    <a:pt x="1019" y="82"/>
                  </a:lnTo>
                  <a:lnTo>
                    <a:pt x="1016" y="93"/>
                  </a:lnTo>
                  <a:lnTo>
                    <a:pt x="1012" y="103"/>
                  </a:lnTo>
                  <a:lnTo>
                    <a:pt x="1006" y="113"/>
                  </a:lnTo>
                  <a:lnTo>
                    <a:pt x="999" y="120"/>
                  </a:lnTo>
                  <a:lnTo>
                    <a:pt x="992" y="127"/>
                  </a:lnTo>
                  <a:lnTo>
                    <a:pt x="982" y="133"/>
                  </a:lnTo>
                  <a:lnTo>
                    <a:pt x="973" y="137"/>
                  </a:lnTo>
                  <a:lnTo>
                    <a:pt x="962" y="140"/>
                  </a:lnTo>
                  <a:lnTo>
                    <a:pt x="962" y="140"/>
                  </a:lnTo>
                  <a:lnTo>
                    <a:pt x="963" y="212"/>
                  </a:lnTo>
                  <a:lnTo>
                    <a:pt x="962" y="248"/>
                  </a:lnTo>
                  <a:lnTo>
                    <a:pt x="961" y="284"/>
                  </a:lnTo>
                  <a:lnTo>
                    <a:pt x="961" y="284"/>
                  </a:lnTo>
                  <a:lnTo>
                    <a:pt x="966" y="286"/>
                  </a:lnTo>
                  <a:lnTo>
                    <a:pt x="972" y="290"/>
                  </a:lnTo>
                  <a:lnTo>
                    <a:pt x="977" y="294"/>
                  </a:lnTo>
                  <a:lnTo>
                    <a:pt x="982" y="299"/>
                  </a:lnTo>
                  <a:lnTo>
                    <a:pt x="985" y="304"/>
                  </a:lnTo>
                  <a:lnTo>
                    <a:pt x="987" y="310"/>
                  </a:lnTo>
                  <a:lnTo>
                    <a:pt x="989" y="316"/>
                  </a:lnTo>
                  <a:lnTo>
                    <a:pt x="990" y="325"/>
                  </a:lnTo>
                  <a:lnTo>
                    <a:pt x="990" y="325"/>
                  </a:lnTo>
                  <a:lnTo>
                    <a:pt x="989" y="333"/>
                  </a:lnTo>
                  <a:lnTo>
                    <a:pt x="987" y="340"/>
                  </a:lnTo>
                  <a:lnTo>
                    <a:pt x="985" y="346"/>
                  </a:lnTo>
                  <a:lnTo>
                    <a:pt x="980" y="352"/>
                  </a:lnTo>
                  <a:lnTo>
                    <a:pt x="976" y="356"/>
                  </a:lnTo>
                  <a:lnTo>
                    <a:pt x="971" y="361"/>
                  </a:lnTo>
                  <a:lnTo>
                    <a:pt x="965" y="364"/>
                  </a:lnTo>
                  <a:lnTo>
                    <a:pt x="958" y="367"/>
                  </a:lnTo>
                  <a:lnTo>
                    <a:pt x="958" y="367"/>
                  </a:lnTo>
                  <a:lnTo>
                    <a:pt x="961" y="380"/>
                  </a:lnTo>
                  <a:lnTo>
                    <a:pt x="962" y="392"/>
                  </a:lnTo>
                  <a:lnTo>
                    <a:pt x="962" y="392"/>
                  </a:lnTo>
                  <a:lnTo>
                    <a:pt x="962" y="654"/>
                  </a:lnTo>
                  <a:lnTo>
                    <a:pt x="962" y="654"/>
                  </a:lnTo>
                  <a:lnTo>
                    <a:pt x="963" y="661"/>
                  </a:lnTo>
                  <a:lnTo>
                    <a:pt x="963" y="664"/>
                  </a:lnTo>
                  <a:lnTo>
                    <a:pt x="962" y="666"/>
                  </a:lnTo>
                  <a:lnTo>
                    <a:pt x="962" y="666"/>
                  </a:lnTo>
                  <a:lnTo>
                    <a:pt x="955" y="674"/>
                  </a:lnTo>
                  <a:lnTo>
                    <a:pt x="952" y="676"/>
                  </a:lnTo>
                  <a:lnTo>
                    <a:pt x="948" y="677"/>
                  </a:lnTo>
                  <a:lnTo>
                    <a:pt x="948" y="677"/>
                  </a:lnTo>
                  <a:lnTo>
                    <a:pt x="945" y="676"/>
                  </a:lnTo>
                  <a:lnTo>
                    <a:pt x="941" y="674"/>
                  </a:lnTo>
                  <a:lnTo>
                    <a:pt x="935" y="667"/>
                  </a:lnTo>
                  <a:lnTo>
                    <a:pt x="935" y="667"/>
                  </a:lnTo>
                  <a:lnTo>
                    <a:pt x="934" y="664"/>
                  </a:lnTo>
                  <a:lnTo>
                    <a:pt x="934" y="662"/>
                  </a:lnTo>
                  <a:lnTo>
                    <a:pt x="934" y="655"/>
                  </a:lnTo>
                  <a:lnTo>
                    <a:pt x="934" y="655"/>
                  </a:lnTo>
                  <a:lnTo>
                    <a:pt x="934" y="392"/>
                  </a:lnTo>
                  <a:lnTo>
                    <a:pt x="934" y="392"/>
                  </a:lnTo>
                  <a:lnTo>
                    <a:pt x="935" y="380"/>
                  </a:lnTo>
                  <a:lnTo>
                    <a:pt x="937" y="367"/>
                  </a:lnTo>
                  <a:lnTo>
                    <a:pt x="937" y="367"/>
                  </a:lnTo>
                  <a:lnTo>
                    <a:pt x="932" y="364"/>
                  </a:lnTo>
                  <a:lnTo>
                    <a:pt x="925" y="361"/>
                  </a:lnTo>
                  <a:lnTo>
                    <a:pt x="920" y="356"/>
                  </a:lnTo>
                  <a:lnTo>
                    <a:pt x="915" y="352"/>
                  </a:lnTo>
                  <a:lnTo>
                    <a:pt x="912" y="346"/>
                  </a:lnTo>
                  <a:lnTo>
                    <a:pt x="908" y="340"/>
                  </a:lnTo>
                  <a:lnTo>
                    <a:pt x="906" y="333"/>
                  </a:lnTo>
                  <a:lnTo>
                    <a:pt x="906" y="325"/>
                  </a:lnTo>
                  <a:lnTo>
                    <a:pt x="906" y="325"/>
                  </a:lnTo>
                  <a:lnTo>
                    <a:pt x="906" y="317"/>
                  </a:lnTo>
                  <a:lnTo>
                    <a:pt x="908" y="310"/>
                  </a:lnTo>
                  <a:lnTo>
                    <a:pt x="912" y="304"/>
                  </a:lnTo>
                  <a:lnTo>
                    <a:pt x="915" y="299"/>
                  </a:lnTo>
                  <a:lnTo>
                    <a:pt x="920" y="294"/>
                  </a:lnTo>
                  <a:lnTo>
                    <a:pt x="925" y="290"/>
                  </a:lnTo>
                  <a:lnTo>
                    <a:pt x="931" y="286"/>
                  </a:lnTo>
                  <a:lnTo>
                    <a:pt x="936" y="283"/>
                  </a:lnTo>
                  <a:lnTo>
                    <a:pt x="936" y="283"/>
                  </a:lnTo>
                  <a:lnTo>
                    <a:pt x="936" y="141"/>
                  </a:lnTo>
                  <a:lnTo>
                    <a:pt x="936" y="141"/>
                  </a:lnTo>
                  <a:lnTo>
                    <a:pt x="925" y="138"/>
                  </a:lnTo>
                  <a:lnTo>
                    <a:pt x="915" y="134"/>
                  </a:lnTo>
                  <a:lnTo>
                    <a:pt x="906" y="128"/>
                  </a:lnTo>
                  <a:lnTo>
                    <a:pt x="897" y="121"/>
                  </a:lnTo>
                  <a:lnTo>
                    <a:pt x="891" y="113"/>
                  </a:lnTo>
                  <a:lnTo>
                    <a:pt x="885" y="104"/>
                  </a:lnTo>
                  <a:lnTo>
                    <a:pt x="881" y="94"/>
                  </a:lnTo>
                  <a:lnTo>
                    <a:pt x="877" y="83"/>
                  </a:lnTo>
                  <a:lnTo>
                    <a:pt x="877" y="83"/>
                  </a:lnTo>
                  <a:lnTo>
                    <a:pt x="313" y="83"/>
                  </a:lnTo>
                  <a:lnTo>
                    <a:pt x="313" y="83"/>
                  </a:lnTo>
                  <a:lnTo>
                    <a:pt x="306" y="102"/>
                  </a:lnTo>
                  <a:lnTo>
                    <a:pt x="303" y="108"/>
                  </a:lnTo>
                  <a:lnTo>
                    <a:pt x="300" y="115"/>
                  </a:lnTo>
                  <a:lnTo>
                    <a:pt x="300" y="115"/>
                  </a:lnTo>
                  <a:lnTo>
                    <a:pt x="294" y="123"/>
                  </a:lnTo>
                  <a:lnTo>
                    <a:pt x="288" y="128"/>
                  </a:lnTo>
                  <a:lnTo>
                    <a:pt x="281" y="134"/>
                  </a:lnTo>
                  <a:lnTo>
                    <a:pt x="274" y="137"/>
                  </a:lnTo>
                  <a:lnTo>
                    <a:pt x="267" y="139"/>
                  </a:lnTo>
                  <a:lnTo>
                    <a:pt x="258" y="141"/>
                  </a:lnTo>
                  <a:lnTo>
                    <a:pt x="249" y="141"/>
                  </a:lnTo>
                  <a:lnTo>
                    <a:pt x="240" y="141"/>
                  </a:lnTo>
                  <a:lnTo>
                    <a:pt x="240" y="141"/>
                  </a:lnTo>
                  <a:lnTo>
                    <a:pt x="184" y="140"/>
                  </a:lnTo>
                  <a:lnTo>
                    <a:pt x="130" y="140"/>
                  </a:lnTo>
                  <a:lnTo>
                    <a:pt x="21" y="140"/>
                  </a:lnTo>
                  <a:lnTo>
                    <a:pt x="21" y="140"/>
                  </a:lnTo>
                  <a:lnTo>
                    <a:pt x="16" y="140"/>
                  </a:lnTo>
                  <a:lnTo>
                    <a:pt x="10" y="138"/>
                  </a:lnTo>
                  <a:lnTo>
                    <a:pt x="0" y="134"/>
                  </a:lnTo>
                  <a:lnTo>
                    <a:pt x="0" y="134"/>
                  </a:lnTo>
                  <a:lnTo>
                    <a:pt x="4" y="121"/>
                  </a:lnTo>
                  <a:lnTo>
                    <a:pt x="7" y="116"/>
                  </a:lnTo>
                  <a:lnTo>
                    <a:pt x="9" y="110"/>
                  </a:lnTo>
                  <a:lnTo>
                    <a:pt x="9" y="110"/>
                  </a:lnTo>
                  <a:lnTo>
                    <a:pt x="16" y="105"/>
                  </a:lnTo>
                  <a:lnTo>
                    <a:pt x="21" y="98"/>
                  </a:lnTo>
                  <a:lnTo>
                    <a:pt x="30" y="89"/>
                  </a:lnTo>
                  <a:lnTo>
                    <a:pt x="30" y="89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19" y="41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4" y="23"/>
                  </a:lnTo>
                  <a:lnTo>
                    <a:pt x="2" y="17"/>
                  </a:lnTo>
                  <a:lnTo>
                    <a:pt x="0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3" y="5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41" y="0"/>
                  </a:lnTo>
                  <a:lnTo>
                    <a:pt x="265" y="0"/>
                  </a:lnTo>
                  <a:lnTo>
                    <a:pt x="265" y="0"/>
                  </a:lnTo>
                  <a:lnTo>
                    <a:pt x="270" y="1"/>
                  </a:lnTo>
                  <a:lnTo>
                    <a:pt x="273" y="2"/>
                  </a:lnTo>
                  <a:lnTo>
                    <a:pt x="282" y="6"/>
                  </a:lnTo>
                  <a:lnTo>
                    <a:pt x="290" y="13"/>
                  </a:lnTo>
                  <a:lnTo>
                    <a:pt x="296" y="21"/>
                  </a:lnTo>
                  <a:lnTo>
                    <a:pt x="302" y="31"/>
                  </a:lnTo>
                  <a:lnTo>
                    <a:pt x="305" y="40"/>
                  </a:lnTo>
                  <a:lnTo>
                    <a:pt x="308" y="49"/>
                  </a:lnTo>
                  <a:lnTo>
                    <a:pt x="306" y="54"/>
                  </a:lnTo>
                  <a:lnTo>
                    <a:pt x="306" y="58"/>
                  </a:lnTo>
                  <a:lnTo>
                    <a:pt x="306" y="58"/>
                  </a:lnTo>
                  <a:lnTo>
                    <a:pt x="877" y="58"/>
                  </a:lnTo>
                  <a:lnTo>
                    <a:pt x="877" y="58"/>
                  </a:lnTo>
                  <a:lnTo>
                    <a:pt x="881" y="46"/>
                  </a:lnTo>
                  <a:lnTo>
                    <a:pt x="887" y="34"/>
                  </a:lnTo>
                  <a:lnTo>
                    <a:pt x="894" y="24"/>
                  </a:lnTo>
                  <a:lnTo>
                    <a:pt x="902" y="15"/>
                  </a:lnTo>
                  <a:lnTo>
                    <a:pt x="912" y="9"/>
                  </a:lnTo>
                  <a:lnTo>
                    <a:pt x="924" y="4"/>
                  </a:lnTo>
                  <a:lnTo>
                    <a:pt x="937" y="1"/>
                  </a:lnTo>
                  <a:lnTo>
                    <a:pt x="953" y="0"/>
                  </a:lnTo>
                  <a:lnTo>
                    <a:pt x="953" y="0"/>
                  </a:lnTo>
                  <a:lnTo>
                    <a:pt x="964" y="1"/>
                  </a:lnTo>
                  <a:lnTo>
                    <a:pt x="974" y="4"/>
                  </a:lnTo>
                  <a:lnTo>
                    <a:pt x="984" y="9"/>
                  </a:lnTo>
                  <a:lnTo>
                    <a:pt x="993" y="15"/>
                  </a:lnTo>
                  <a:lnTo>
                    <a:pt x="1000" y="24"/>
                  </a:lnTo>
                  <a:lnTo>
                    <a:pt x="1007" y="34"/>
                  </a:lnTo>
                  <a:lnTo>
                    <a:pt x="1014" y="46"/>
                  </a:lnTo>
                  <a:lnTo>
                    <a:pt x="1019" y="59"/>
                  </a:lnTo>
                  <a:lnTo>
                    <a:pt x="1019" y="59"/>
                  </a:lnTo>
                  <a:lnTo>
                    <a:pt x="1031" y="57"/>
                  </a:lnTo>
                  <a:lnTo>
                    <a:pt x="1044" y="56"/>
                  </a:lnTo>
                  <a:lnTo>
                    <a:pt x="1044" y="56"/>
                  </a:lnTo>
                  <a:lnTo>
                    <a:pt x="1646" y="56"/>
                  </a:lnTo>
                  <a:lnTo>
                    <a:pt x="1646" y="56"/>
                  </a:lnTo>
                  <a:lnTo>
                    <a:pt x="1653" y="56"/>
                  </a:lnTo>
                  <a:lnTo>
                    <a:pt x="1657" y="56"/>
                  </a:lnTo>
                  <a:lnTo>
                    <a:pt x="1659" y="57"/>
                  </a:lnTo>
                  <a:lnTo>
                    <a:pt x="1659" y="57"/>
                  </a:lnTo>
                  <a:lnTo>
                    <a:pt x="1663" y="59"/>
                  </a:lnTo>
                  <a:lnTo>
                    <a:pt x="1666" y="63"/>
                  </a:lnTo>
                  <a:lnTo>
                    <a:pt x="1669" y="66"/>
                  </a:lnTo>
                  <a:lnTo>
                    <a:pt x="1669" y="69"/>
                  </a:lnTo>
                  <a:lnTo>
                    <a:pt x="1669" y="69"/>
                  </a:lnTo>
                  <a:lnTo>
                    <a:pt x="1668" y="74"/>
                  </a:lnTo>
                  <a:lnTo>
                    <a:pt x="1666" y="77"/>
                  </a:lnTo>
                  <a:lnTo>
                    <a:pt x="1662" y="80"/>
                  </a:lnTo>
                  <a:lnTo>
                    <a:pt x="1659" y="84"/>
                  </a:lnTo>
                  <a:lnTo>
                    <a:pt x="1659" y="84"/>
                  </a:lnTo>
                  <a:lnTo>
                    <a:pt x="1656" y="85"/>
                  </a:lnTo>
                  <a:lnTo>
                    <a:pt x="1652" y="85"/>
                  </a:lnTo>
                  <a:lnTo>
                    <a:pt x="1643" y="85"/>
                  </a:lnTo>
                  <a:lnTo>
                    <a:pt x="1643" y="85"/>
                  </a:lnTo>
                  <a:lnTo>
                    <a:pt x="1046" y="84"/>
                  </a:lnTo>
                  <a:lnTo>
                    <a:pt x="1046" y="84"/>
                  </a:lnTo>
                  <a:lnTo>
                    <a:pt x="1033" y="84"/>
                  </a:lnTo>
                  <a:lnTo>
                    <a:pt x="1019" y="82"/>
                  </a:lnTo>
                  <a:lnTo>
                    <a:pt x="1019" y="82"/>
                  </a:lnTo>
                  <a:close/>
                  <a:moveTo>
                    <a:pt x="54" y="55"/>
                  </a:moveTo>
                  <a:lnTo>
                    <a:pt x="54" y="55"/>
                  </a:lnTo>
                  <a:lnTo>
                    <a:pt x="288" y="55"/>
                  </a:lnTo>
                  <a:lnTo>
                    <a:pt x="288" y="55"/>
                  </a:lnTo>
                  <a:lnTo>
                    <a:pt x="282" y="47"/>
                  </a:lnTo>
                  <a:lnTo>
                    <a:pt x="276" y="42"/>
                  </a:lnTo>
                  <a:lnTo>
                    <a:pt x="270" y="36"/>
                  </a:lnTo>
                  <a:lnTo>
                    <a:pt x="264" y="32"/>
                  </a:lnTo>
                  <a:lnTo>
                    <a:pt x="257" y="30"/>
                  </a:lnTo>
                  <a:lnTo>
                    <a:pt x="249" y="27"/>
                  </a:lnTo>
                  <a:lnTo>
                    <a:pt x="241" y="27"/>
                  </a:lnTo>
                  <a:lnTo>
                    <a:pt x="232" y="27"/>
                  </a:lnTo>
                  <a:lnTo>
                    <a:pt x="232" y="27"/>
                  </a:lnTo>
                  <a:lnTo>
                    <a:pt x="218" y="28"/>
                  </a:lnTo>
                  <a:lnTo>
                    <a:pt x="202" y="28"/>
                  </a:lnTo>
                  <a:lnTo>
                    <a:pt x="172" y="27"/>
                  </a:lnTo>
                  <a:lnTo>
                    <a:pt x="172" y="27"/>
                  </a:lnTo>
                  <a:lnTo>
                    <a:pt x="54" y="27"/>
                  </a:lnTo>
                  <a:lnTo>
                    <a:pt x="54" y="27"/>
                  </a:lnTo>
                  <a:lnTo>
                    <a:pt x="54" y="55"/>
                  </a:lnTo>
                  <a:lnTo>
                    <a:pt x="54" y="55"/>
                  </a:lnTo>
                  <a:close/>
                  <a:moveTo>
                    <a:pt x="288" y="85"/>
                  </a:moveTo>
                  <a:lnTo>
                    <a:pt x="288" y="85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143" y="113"/>
                  </a:lnTo>
                  <a:lnTo>
                    <a:pt x="189" y="113"/>
                  </a:lnTo>
                  <a:lnTo>
                    <a:pt x="234" y="114"/>
                  </a:lnTo>
                  <a:lnTo>
                    <a:pt x="234" y="114"/>
                  </a:lnTo>
                  <a:lnTo>
                    <a:pt x="243" y="114"/>
                  </a:lnTo>
                  <a:lnTo>
                    <a:pt x="251" y="113"/>
                  </a:lnTo>
                  <a:lnTo>
                    <a:pt x="259" y="110"/>
                  </a:lnTo>
                  <a:lnTo>
                    <a:pt x="265" y="107"/>
                  </a:lnTo>
                  <a:lnTo>
                    <a:pt x="271" y="103"/>
                  </a:lnTo>
                  <a:lnTo>
                    <a:pt x="276" y="98"/>
                  </a:lnTo>
                  <a:lnTo>
                    <a:pt x="282" y="93"/>
                  </a:lnTo>
                  <a:lnTo>
                    <a:pt x="288" y="85"/>
                  </a:lnTo>
                  <a:lnTo>
                    <a:pt x="288" y="85"/>
                  </a:lnTo>
                  <a:close/>
                  <a:moveTo>
                    <a:pt x="947" y="28"/>
                  </a:moveTo>
                  <a:lnTo>
                    <a:pt x="947" y="28"/>
                  </a:lnTo>
                  <a:lnTo>
                    <a:pt x="939" y="30"/>
                  </a:lnTo>
                  <a:lnTo>
                    <a:pt x="932" y="32"/>
                  </a:lnTo>
                  <a:lnTo>
                    <a:pt x="924" y="36"/>
                  </a:lnTo>
                  <a:lnTo>
                    <a:pt x="918" y="42"/>
                  </a:lnTo>
                  <a:lnTo>
                    <a:pt x="913" y="48"/>
                  </a:lnTo>
                  <a:lnTo>
                    <a:pt x="910" y="55"/>
                  </a:lnTo>
                  <a:lnTo>
                    <a:pt x="906" y="63"/>
                  </a:lnTo>
                  <a:lnTo>
                    <a:pt x="906" y="71"/>
                  </a:lnTo>
                  <a:lnTo>
                    <a:pt x="906" y="71"/>
                  </a:lnTo>
                  <a:lnTo>
                    <a:pt x="907" y="78"/>
                  </a:lnTo>
                  <a:lnTo>
                    <a:pt x="910" y="86"/>
                  </a:lnTo>
                  <a:lnTo>
                    <a:pt x="914" y="94"/>
                  </a:lnTo>
                  <a:lnTo>
                    <a:pt x="918" y="99"/>
                  </a:lnTo>
                  <a:lnTo>
                    <a:pt x="925" y="105"/>
                  </a:lnTo>
                  <a:lnTo>
                    <a:pt x="932" y="109"/>
                  </a:lnTo>
                  <a:lnTo>
                    <a:pt x="939" y="112"/>
                  </a:lnTo>
                  <a:lnTo>
                    <a:pt x="948" y="113"/>
                  </a:lnTo>
                  <a:lnTo>
                    <a:pt x="948" y="113"/>
                  </a:lnTo>
                  <a:lnTo>
                    <a:pt x="956" y="112"/>
                  </a:lnTo>
                  <a:lnTo>
                    <a:pt x="964" y="109"/>
                  </a:lnTo>
                  <a:lnTo>
                    <a:pt x="972" y="105"/>
                  </a:lnTo>
                  <a:lnTo>
                    <a:pt x="977" y="99"/>
                  </a:lnTo>
                  <a:lnTo>
                    <a:pt x="983" y="93"/>
                  </a:lnTo>
                  <a:lnTo>
                    <a:pt x="987" y="85"/>
                  </a:lnTo>
                  <a:lnTo>
                    <a:pt x="989" y="77"/>
                  </a:lnTo>
                  <a:lnTo>
                    <a:pt x="990" y="69"/>
                  </a:lnTo>
                  <a:lnTo>
                    <a:pt x="990" y="69"/>
                  </a:lnTo>
                  <a:lnTo>
                    <a:pt x="989" y="62"/>
                  </a:lnTo>
                  <a:lnTo>
                    <a:pt x="986" y="54"/>
                  </a:lnTo>
                  <a:lnTo>
                    <a:pt x="982" y="46"/>
                  </a:lnTo>
                  <a:lnTo>
                    <a:pt x="976" y="41"/>
                  </a:lnTo>
                  <a:lnTo>
                    <a:pt x="969" y="35"/>
                  </a:lnTo>
                  <a:lnTo>
                    <a:pt x="963" y="32"/>
                  </a:lnTo>
                  <a:lnTo>
                    <a:pt x="955" y="30"/>
                  </a:lnTo>
                  <a:lnTo>
                    <a:pt x="947" y="28"/>
                  </a:lnTo>
                  <a:lnTo>
                    <a:pt x="947" y="28"/>
                  </a:lnTo>
                  <a:close/>
                  <a:moveTo>
                    <a:pt x="949" y="344"/>
                  </a:moveTo>
                  <a:lnTo>
                    <a:pt x="949" y="344"/>
                  </a:lnTo>
                  <a:lnTo>
                    <a:pt x="957" y="333"/>
                  </a:lnTo>
                  <a:lnTo>
                    <a:pt x="961" y="329"/>
                  </a:lnTo>
                  <a:lnTo>
                    <a:pt x="961" y="325"/>
                  </a:lnTo>
                  <a:lnTo>
                    <a:pt x="961" y="325"/>
                  </a:lnTo>
                  <a:lnTo>
                    <a:pt x="959" y="321"/>
                  </a:lnTo>
                  <a:lnTo>
                    <a:pt x="956" y="317"/>
                  </a:lnTo>
                  <a:lnTo>
                    <a:pt x="948" y="311"/>
                  </a:lnTo>
                  <a:lnTo>
                    <a:pt x="948" y="311"/>
                  </a:lnTo>
                  <a:lnTo>
                    <a:pt x="941" y="319"/>
                  </a:lnTo>
                  <a:lnTo>
                    <a:pt x="937" y="322"/>
                  </a:lnTo>
                  <a:lnTo>
                    <a:pt x="935" y="326"/>
                  </a:lnTo>
                  <a:lnTo>
                    <a:pt x="935" y="326"/>
                  </a:lnTo>
                  <a:lnTo>
                    <a:pt x="936" y="330"/>
                  </a:lnTo>
                  <a:lnTo>
                    <a:pt x="939" y="334"/>
                  </a:lnTo>
                  <a:lnTo>
                    <a:pt x="949" y="344"/>
                  </a:lnTo>
                  <a:lnTo>
                    <a:pt x="949" y="3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A2695C73-B8F8-2E6C-D374-36E8D2C90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541" y="535940"/>
              <a:ext cx="539750" cy="715963"/>
            </a:xfrm>
            <a:custGeom>
              <a:avLst/>
              <a:gdLst>
                <a:gd name="T0" fmla="*/ 118 w 680"/>
                <a:gd name="T1" fmla="*/ 329 h 903"/>
                <a:gd name="T2" fmla="*/ 175 w 680"/>
                <a:gd name="T3" fmla="*/ 301 h 903"/>
                <a:gd name="T4" fmla="*/ 221 w 680"/>
                <a:gd name="T5" fmla="*/ 299 h 903"/>
                <a:gd name="T6" fmla="*/ 270 w 680"/>
                <a:gd name="T7" fmla="*/ 327 h 903"/>
                <a:gd name="T8" fmla="*/ 295 w 680"/>
                <a:gd name="T9" fmla="*/ 378 h 903"/>
                <a:gd name="T10" fmla="*/ 285 w 680"/>
                <a:gd name="T11" fmla="*/ 472 h 903"/>
                <a:gd name="T12" fmla="*/ 273 w 680"/>
                <a:gd name="T13" fmla="*/ 550 h 903"/>
                <a:gd name="T14" fmla="*/ 300 w 680"/>
                <a:gd name="T15" fmla="*/ 566 h 903"/>
                <a:gd name="T16" fmla="*/ 327 w 680"/>
                <a:gd name="T17" fmla="*/ 573 h 903"/>
                <a:gd name="T18" fmla="*/ 344 w 680"/>
                <a:gd name="T19" fmla="*/ 619 h 903"/>
                <a:gd name="T20" fmla="*/ 377 w 680"/>
                <a:gd name="T21" fmla="*/ 711 h 903"/>
                <a:gd name="T22" fmla="*/ 414 w 680"/>
                <a:gd name="T23" fmla="*/ 661 h 903"/>
                <a:gd name="T24" fmla="*/ 454 w 680"/>
                <a:gd name="T25" fmla="*/ 642 h 903"/>
                <a:gd name="T26" fmla="*/ 575 w 680"/>
                <a:gd name="T27" fmla="*/ 721 h 903"/>
                <a:gd name="T28" fmla="*/ 678 w 680"/>
                <a:gd name="T29" fmla="*/ 804 h 903"/>
                <a:gd name="T30" fmla="*/ 680 w 680"/>
                <a:gd name="T31" fmla="*/ 884 h 903"/>
                <a:gd name="T32" fmla="*/ 673 w 680"/>
                <a:gd name="T33" fmla="*/ 900 h 903"/>
                <a:gd name="T34" fmla="*/ 659 w 680"/>
                <a:gd name="T35" fmla="*/ 900 h 903"/>
                <a:gd name="T36" fmla="*/ 651 w 680"/>
                <a:gd name="T37" fmla="*/ 884 h 903"/>
                <a:gd name="T38" fmla="*/ 648 w 680"/>
                <a:gd name="T39" fmla="*/ 813 h 903"/>
                <a:gd name="T40" fmla="*/ 467 w 680"/>
                <a:gd name="T41" fmla="*/ 680 h 903"/>
                <a:gd name="T42" fmla="*/ 447 w 680"/>
                <a:gd name="T43" fmla="*/ 672 h 903"/>
                <a:gd name="T44" fmla="*/ 430 w 680"/>
                <a:gd name="T45" fmla="*/ 686 h 903"/>
                <a:gd name="T46" fmla="*/ 395 w 680"/>
                <a:gd name="T47" fmla="*/ 749 h 903"/>
                <a:gd name="T48" fmla="*/ 375 w 680"/>
                <a:gd name="T49" fmla="*/ 756 h 903"/>
                <a:gd name="T50" fmla="*/ 345 w 680"/>
                <a:gd name="T51" fmla="*/ 713 h 903"/>
                <a:gd name="T52" fmla="*/ 312 w 680"/>
                <a:gd name="T53" fmla="*/ 625 h 903"/>
                <a:gd name="T54" fmla="*/ 283 w 680"/>
                <a:gd name="T55" fmla="*/ 611 h 903"/>
                <a:gd name="T56" fmla="*/ 266 w 680"/>
                <a:gd name="T57" fmla="*/ 619 h 903"/>
                <a:gd name="T58" fmla="*/ 254 w 680"/>
                <a:gd name="T59" fmla="*/ 605 h 903"/>
                <a:gd name="T60" fmla="*/ 245 w 680"/>
                <a:gd name="T61" fmla="*/ 526 h 903"/>
                <a:gd name="T62" fmla="*/ 268 w 680"/>
                <a:gd name="T63" fmla="*/ 405 h 903"/>
                <a:gd name="T64" fmla="*/ 264 w 680"/>
                <a:gd name="T65" fmla="*/ 370 h 903"/>
                <a:gd name="T66" fmla="*/ 238 w 680"/>
                <a:gd name="T67" fmla="*/ 338 h 903"/>
                <a:gd name="T68" fmla="*/ 197 w 680"/>
                <a:gd name="T69" fmla="*/ 326 h 903"/>
                <a:gd name="T70" fmla="*/ 152 w 680"/>
                <a:gd name="T71" fmla="*/ 340 h 903"/>
                <a:gd name="T72" fmla="*/ 92 w 680"/>
                <a:gd name="T73" fmla="*/ 390 h 903"/>
                <a:gd name="T74" fmla="*/ 31 w 680"/>
                <a:gd name="T75" fmla="*/ 464 h 903"/>
                <a:gd name="T76" fmla="*/ 9 w 680"/>
                <a:gd name="T77" fmla="*/ 477 h 903"/>
                <a:gd name="T78" fmla="*/ 1 w 680"/>
                <a:gd name="T79" fmla="*/ 420 h 903"/>
                <a:gd name="T80" fmla="*/ 28 w 680"/>
                <a:gd name="T81" fmla="*/ 249 h 903"/>
                <a:gd name="T82" fmla="*/ 78 w 680"/>
                <a:gd name="T83" fmla="*/ 139 h 903"/>
                <a:gd name="T84" fmla="*/ 129 w 680"/>
                <a:gd name="T85" fmla="*/ 74 h 903"/>
                <a:gd name="T86" fmla="*/ 197 w 680"/>
                <a:gd name="T87" fmla="*/ 27 h 903"/>
                <a:gd name="T88" fmla="*/ 268 w 680"/>
                <a:gd name="T89" fmla="*/ 3 h 903"/>
                <a:gd name="T90" fmla="*/ 376 w 680"/>
                <a:gd name="T91" fmla="*/ 11 h 903"/>
                <a:gd name="T92" fmla="*/ 472 w 680"/>
                <a:gd name="T93" fmla="*/ 64 h 903"/>
                <a:gd name="T94" fmla="*/ 538 w 680"/>
                <a:gd name="T95" fmla="*/ 155 h 903"/>
                <a:gd name="T96" fmla="*/ 559 w 680"/>
                <a:gd name="T97" fmla="*/ 219 h 903"/>
                <a:gd name="T98" fmla="*/ 567 w 680"/>
                <a:gd name="T99" fmla="*/ 287 h 903"/>
                <a:gd name="T100" fmla="*/ 557 w 680"/>
                <a:gd name="T101" fmla="*/ 308 h 903"/>
                <a:gd name="T102" fmla="*/ 542 w 680"/>
                <a:gd name="T103" fmla="*/ 304 h 903"/>
                <a:gd name="T104" fmla="*/ 536 w 680"/>
                <a:gd name="T105" fmla="*/ 263 h 903"/>
                <a:gd name="T106" fmla="*/ 501 w 680"/>
                <a:gd name="T107" fmla="*/ 147 h 903"/>
                <a:gd name="T108" fmla="*/ 436 w 680"/>
                <a:gd name="T109" fmla="*/ 73 h 903"/>
                <a:gd name="T110" fmla="*/ 330 w 680"/>
                <a:gd name="T111" fmla="*/ 31 h 903"/>
                <a:gd name="T112" fmla="*/ 218 w 680"/>
                <a:gd name="T113" fmla="*/ 49 h 903"/>
                <a:gd name="T114" fmla="*/ 139 w 680"/>
                <a:gd name="T115" fmla="*/ 105 h 903"/>
                <a:gd name="T116" fmla="*/ 66 w 680"/>
                <a:gd name="T117" fmla="*/ 230 h 903"/>
                <a:gd name="T118" fmla="*/ 39 w 680"/>
                <a:gd name="T119" fmla="*/ 338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80" h="903">
                  <a:moveTo>
                    <a:pt x="29" y="411"/>
                  </a:moveTo>
                  <a:lnTo>
                    <a:pt x="29" y="411"/>
                  </a:lnTo>
                  <a:lnTo>
                    <a:pt x="73" y="368"/>
                  </a:lnTo>
                  <a:lnTo>
                    <a:pt x="96" y="348"/>
                  </a:lnTo>
                  <a:lnTo>
                    <a:pt x="118" y="329"/>
                  </a:lnTo>
                  <a:lnTo>
                    <a:pt x="118" y="329"/>
                  </a:lnTo>
                  <a:lnTo>
                    <a:pt x="132" y="319"/>
                  </a:lnTo>
                  <a:lnTo>
                    <a:pt x="149" y="310"/>
                  </a:lnTo>
                  <a:lnTo>
                    <a:pt x="167" y="304"/>
                  </a:lnTo>
                  <a:lnTo>
                    <a:pt x="175" y="301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7" y="298"/>
                  </a:lnTo>
                  <a:lnTo>
                    <a:pt x="209" y="298"/>
                  </a:lnTo>
                  <a:lnTo>
                    <a:pt x="221" y="299"/>
                  </a:lnTo>
                  <a:lnTo>
                    <a:pt x="232" y="302"/>
                  </a:lnTo>
                  <a:lnTo>
                    <a:pt x="243" y="307"/>
                  </a:lnTo>
                  <a:lnTo>
                    <a:pt x="253" y="312"/>
                  </a:lnTo>
                  <a:lnTo>
                    <a:pt x="262" y="319"/>
                  </a:lnTo>
                  <a:lnTo>
                    <a:pt x="270" y="327"/>
                  </a:lnTo>
                  <a:lnTo>
                    <a:pt x="277" y="336"/>
                  </a:lnTo>
                  <a:lnTo>
                    <a:pt x="284" y="345"/>
                  </a:lnTo>
                  <a:lnTo>
                    <a:pt x="289" y="356"/>
                  </a:lnTo>
                  <a:lnTo>
                    <a:pt x="293" y="367"/>
                  </a:lnTo>
                  <a:lnTo>
                    <a:pt x="295" y="378"/>
                  </a:lnTo>
                  <a:lnTo>
                    <a:pt x="297" y="390"/>
                  </a:lnTo>
                  <a:lnTo>
                    <a:pt x="297" y="403"/>
                  </a:lnTo>
                  <a:lnTo>
                    <a:pt x="295" y="416"/>
                  </a:lnTo>
                  <a:lnTo>
                    <a:pt x="295" y="416"/>
                  </a:lnTo>
                  <a:lnTo>
                    <a:pt x="285" y="472"/>
                  </a:lnTo>
                  <a:lnTo>
                    <a:pt x="280" y="500"/>
                  </a:lnTo>
                  <a:lnTo>
                    <a:pt x="274" y="527"/>
                  </a:lnTo>
                  <a:lnTo>
                    <a:pt x="274" y="527"/>
                  </a:lnTo>
                  <a:lnTo>
                    <a:pt x="273" y="538"/>
                  </a:lnTo>
                  <a:lnTo>
                    <a:pt x="273" y="550"/>
                  </a:lnTo>
                  <a:lnTo>
                    <a:pt x="274" y="575"/>
                  </a:lnTo>
                  <a:lnTo>
                    <a:pt x="274" y="575"/>
                  </a:lnTo>
                  <a:lnTo>
                    <a:pt x="289" y="570"/>
                  </a:lnTo>
                  <a:lnTo>
                    <a:pt x="300" y="566"/>
                  </a:lnTo>
                  <a:lnTo>
                    <a:pt x="300" y="566"/>
                  </a:lnTo>
                  <a:lnTo>
                    <a:pt x="307" y="565"/>
                  </a:lnTo>
                  <a:lnTo>
                    <a:pt x="314" y="565"/>
                  </a:lnTo>
                  <a:lnTo>
                    <a:pt x="320" y="566"/>
                  </a:lnTo>
                  <a:lnTo>
                    <a:pt x="324" y="569"/>
                  </a:lnTo>
                  <a:lnTo>
                    <a:pt x="327" y="573"/>
                  </a:lnTo>
                  <a:lnTo>
                    <a:pt x="331" y="577"/>
                  </a:lnTo>
                  <a:lnTo>
                    <a:pt x="334" y="584"/>
                  </a:lnTo>
                  <a:lnTo>
                    <a:pt x="336" y="590"/>
                  </a:lnTo>
                  <a:lnTo>
                    <a:pt x="336" y="590"/>
                  </a:lnTo>
                  <a:lnTo>
                    <a:pt x="344" y="619"/>
                  </a:lnTo>
                  <a:lnTo>
                    <a:pt x="354" y="647"/>
                  </a:lnTo>
                  <a:lnTo>
                    <a:pt x="372" y="702"/>
                  </a:lnTo>
                  <a:lnTo>
                    <a:pt x="372" y="702"/>
                  </a:lnTo>
                  <a:lnTo>
                    <a:pt x="374" y="707"/>
                  </a:lnTo>
                  <a:lnTo>
                    <a:pt x="377" y="711"/>
                  </a:lnTo>
                  <a:lnTo>
                    <a:pt x="377" y="711"/>
                  </a:lnTo>
                  <a:lnTo>
                    <a:pt x="395" y="686"/>
                  </a:lnTo>
                  <a:lnTo>
                    <a:pt x="404" y="672"/>
                  </a:lnTo>
                  <a:lnTo>
                    <a:pt x="414" y="661"/>
                  </a:lnTo>
                  <a:lnTo>
                    <a:pt x="414" y="661"/>
                  </a:lnTo>
                  <a:lnTo>
                    <a:pt x="422" y="653"/>
                  </a:lnTo>
                  <a:lnTo>
                    <a:pt x="429" y="648"/>
                  </a:lnTo>
                  <a:lnTo>
                    <a:pt x="437" y="644"/>
                  </a:lnTo>
                  <a:lnTo>
                    <a:pt x="446" y="642"/>
                  </a:lnTo>
                  <a:lnTo>
                    <a:pt x="454" y="642"/>
                  </a:lnTo>
                  <a:lnTo>
                    <a:pt x="463" y="645"/>
                  </a:lnTo>
                  <a:lnTo>
                    <a:pt x="472" y="648"/>
                  </a:lnTo>
                  <a:lnTo>
                    <a:pt x="481" y="655"/>
                  </a:lnTo>
                  <a:lnTo>
                    <a:pt x="481" y="655"/>
                  </a:lnTo>
                  <a:lnTo>
                    <a:pt x="575" y="721"/>
                  </a:lnTo>
                  <a:lnTo>
                    <a:pt x="668" y="789"/>
                  </a:lnTo>
                  <a:lnTo>
                    <a:pt x="668" y="789"/>
                  </a:lnTo>
                  <a:lnTo>
                    <a:pt x="672" y="792"/>
                  </a:lnTo>
                  <a:lnTo>
                    <a:pt x="675" y="797"/>
                  </a:lnTo>
                  <a:lnTo>
                    <a:pt x="678" y="804"/>
                  </a:lnTo>
                  <a:lnTo>
                    <a:pt x="679" y="810"/>
                  </a:lnTo>
                  <a:lnTo>
                    <a:pt x="679" y="810"/>
                  </a:lnTo>
                  <a:lnTo>
                    <a:pt x="680" y="828"/>
                  </a:lnTo>
                  <a:lnTo>
                    <a:pt x="680" y="846"/>
                  </a:lnTo>
                  <a:lnTo>
                    <a:pt x="680" y="884"/>
                  </a:lnTo>
                  <a:lnTo>
                    <a:pt x="680" y="884"/>
                  </a:lnTo>
                  <a:lnTo>
                    <a:pt x="679" y="890"/>
                  </a:lnTo>
                  <a:lnTo>
                    <a:pt x="678" y="897"/>
                  </a:lnTo>
                  <a:lnTo>
                    <a:pt x="675" y="899"/>
                  </a:lnTo>
                  <a:lnTo>
                    <a:pt x="673" y="900"/>
                  </a:lnTo>
                  <a:lnTo>
                    <a:pt x="670" y="902"/>
                  </a:lnTo>
                  <a:lnTo>
                    <a:pt x="666" y="903"/>
                  </a:lnTo>
                  <a:lnTo>
                    <a:pt x="666" y="903"/>
                  </a:lnTo>
                  <a:lnTo>
                    <a:pt x="662" y="902"/>
                  </a:lnTo>
                  <a:lnTo>
                    <a:pt x="659" y="900"/>
                  </a:lnTo>
                  <a:lnTo>
                    <a:pt x="657" y="899"/>
                  </a:lnTo>
                  <a:lnTo>
                    <a:pt x="654" y="897"/>
                  </a:lnTo>
                  <a:lnTo>
                    <a:pt x="652" y="892"/>
                  </a:lnTo>
                  <a:lnTo>
                    <a:pt x="651" y="884"/>
                  </a:lnTo>
                  <a:lnTo>
                    <a:pt x="651" y="884"/>
                  </a:lnTo>
                  <a:lnTo>
                    <a:pt x="652" y="854"/>
                  </a:lnTo>
                  <a:lnTo>
                    <a:pt x="651" y="824"/>
                  </a:lnTo>
                  <a:lnTo>
                    <a:pt x="651" y="824"/>
                  </a:lnTo>
                  <a:lnTo>
                    <a:pt x="650" y="818"/>
                  </a:lnTo>
                  <a:lnTo>
                    <a:pt x="648" y="813"/>
                  </a:lnTo>
                  <a:lnTo>
                    <a:pt x="644" y="809"/>
                  </a:lnTo>
                  <a:lnTo>
                    <a:pt x="641" y="804"/>
                  </a:lnTo>
                  <a:lnTo>
                    <a:pt x="641" y="804"/>
                  </a:lnTo>
                  <a:lnTo>
                    <a:pt x="555" y="742"/>
                  </a:lnTo>
                  <a:lnTo>
                    <a:pt x="467" y="680"/>
                  </a:lnTo>
                  <a:lnTo>
                    <a:pt x="467" y="680"/>
                  </a:lnTo>
                  <a:lnTo>
                    <a:pt x="462" y="676"/>
                  </a:lnTo>
                  <a:lnTo>
                    <a:pt x="456" y="673"/>
                  </a:lnTo>
                  <a:lnTo>
                    <a:pt x="452" y="672"/>
                  </a:lnTo>
                  <a:lnTo>
                    <a:pt x="447" y="672"/>
                  </a:lnTo>
                  <a:lnTo>
                    <a:pt x="443" y="673"/>
                  </a:lnTo>
                  <a:lnTo>
                    <a:pt x="438" y="676"/>
                  </a:lnTo>
                  <a:lnTo>
                    <a:pt x="434" y="680"/>
                  </a:lnTo>
                  <a:lnTo>
                    <a:pt x="430" y="686"/>
                  </a:lnTo>
                  <a:lnTo>
                    <a:pt x="430" y="686"/>
                  </a:lnTo>
                  <a:lnTo>
                    <a:pt x="422" y="699"/>
                  </a:lnTo>
                  <a:lnTo>
                    <a:pt x="414" y="713"/>
                  </a:lnTo>
                  <a:lnTo>
                    <a:pt x="399" y="743"/>
                  </a:lnTo>
                  <a:lnTo>
                    <a:pt x="399" y="743"/>
                  </a:lnTo>
                  <a:lnTo>
                    <a:pt x="395" y="749"/>
                  </a:lnTo>
                  <a:lnTo>
                    <a:pt x="392" y="754"/>
                  </a:lnTo>
                  <a:lnTo>
                    <a:pt x="388" y="758"/>
                  </a:lnTo>
                  <a:lnTo>
                    <a:pt x="384" y="759"/>
                  </a:lnTo>
                  <a:lnTo>
                    <a:pt x="379" y="759"/>
                  </a:lnTo>
                  <a:lnTo>
                    <a:pt x="375" y="756"/>
                  </a:lnTo>
                  <a:lnTo>
                    <a:pt x="371" y="752"/>
                  </a:lnTo>
                  <a:lnTo>
                    <a:pt x="366" y="747"/>
                  </a:lnTo>
                  <a:lnTo>
                    <a:pt x="366" y="747"/>
                  </a:lnTo>
                  <a:lnTo>
                    <a:pt x="355" y="730"/>
                  </a:lnTo>
                  <a:lnTo>
                    <a:pt x="345" y="713"/>
                  </a:lnTo>
                  <a:lnTo>
                    <a:pt x="336" y="697"/>
                  </a:lnTo>
                  <a:lnTo>
                    <a:pt x="328" y="679"/>
                  </a:lnTo>
                  <a:lnTo>
                    <a:pt x="323" y="661"/>
                  </a:lnTo>
                  <a:lnTo>
                    <a:pt x="317" y="644"/>
                  </a:lnTo>
                  <a:lnTo>
                    <a:pt x="312" y="625"/>
                  </a:lnTo>
                  <a:lnTo>
                    <a:pt x="309" y="606"/>
                  </a:lnTo>
                  <a:lnTo>
                    <a:pt x="309" y="606"/>
                  </a:lnTo>
                  <a:lnTo>
                    <a:pt x="305" y="591"/>
                  </a:lnTo>
                  <a:lnTo>
                    <a:pt x="305" y="591"/>
                  </a:lnTo>
                  <a:lnTo>
                    <a:pt x="283" y="611"/>
                  </a:lnTo>
                  <a:lnTo>
                    <a:pt x="283" y="611"/>
                  </a:lnTo>
                  <a:lnTo>
                    <a:pt x="279" y="616"/>
                  </a:lnTo>
                  <a:lnTo>
                    <a:pt x="274" y="618"/>
                  </a:lnTo>
                  <a:lnTo>
                    <a:pt x="270" y="619"/>
                  </a:lnTo>
                  <a:lnTo>
                    <a:pt x="266" y="619"/>
                  </a:lnTo>
                  <a:lnTo>
                    <a:pt x="263" y="618"/>
                  </a:lnTo>
                  <a:lnTo>
                    <a:pt x="260" y="615"/>
                  </a:lnTo>
                  <a:lnTo>
                    <a:pt x="256" y="610"/>
                  </a:lnTo>
                  <a:lnTo>
                    <a:pt x="254" y="605"/>
                  </a:lnTo>
                  <a:lnTo>
                    <a:pt x="254" y="605"/>
                  </a:lnTo>
                  <a:lnTo>
                    <a:pt x="249" y="589"/>
                  </a:lnTo>
                  <a:lnTo>
                    <a:pt x="245" y="574"/>
                  </a:lnTo>
                  <a:lnTo>
                    <a:pt x="244" y="557"/>
                  </a:lnTo>
                  <a:lnTo>
                    <a:pt x="244" y="542"/>
                  </a:lnTo>
                  <a:lnTo>
                    <a:pt x="245" y="526"/>
                  </a:lnTo>
                  <a:lnTo>
                    <a:pt x="248" y="510"/>
                  </a:lnTo>
                  <a:lnTo>
                    <a:pt x="253" y="479"/>
                  </a:lnTo>
                  <a:lnTo>
                    <a:pt x="253" y="479"/>
                  </a:lnTo>
                  <a:lnTo>
                    <a:pt x="261" y="442"/>
                  </a:lnTo>
                  <a:lnTo>
                    <a:pt x="268" y="405"/>
                  </a:lnTo>
                  <a:lnTo>
                    <a:pt x="268" y="405"/>
                  </a:lnTo>
                  <a:lnTo>
                    <a:pt x="269" y="397"/>
                  </a:lnTo>
                  <a:lnTo>
                    <a:pt x="268" y="387"/>
                  </a:lnTo>
                  <a:lnTo>
                    <a:pt x="266" y="378"/>
                  </a:lnTo>
                  <a:lnTo>
                    <a:pt x="264" y="370"/>
                  </a:lnTo>
                  <a:lnTo>
                    <a:pt x="260" y="362"/>
                  </a:lnTo>
                  <a:lnTo>
                    <a:pt x="255" y="354"/>
                  </a:lnTo>
                  <a:lnTo>
                    <a:pt x="250" y="348"/>
                  </a:lnTo>
                  <a:lnTo>
                    <a:pt x="244" y="342"/>
                  </a:lnTo>
                  <a:lnTo>
                    <a:pt x="238" y="338"/>
                  </a:lnTo>
                  <a:lnTo>
                    <a:pt x="230" y="333"/>
                  </a:lnTo>
                  <a:lnTo>
                    <a:pt x="222" y="330"/>
                  </a:lnTo>
                  <a:lnTo>
                    <a:pt x="214" y="328"/>
                  </a:lnTo>
                  <a:lnTo>
                    <a:pt x="205" y="327"/>
                  </a:lnTo>
                  <a:lnTo>
                    <a:pt x="197" y="326"/>
                  </a:lnTo>
                  <a:lnTo>
                    <a:pt x="187" y="327"/>
                  </a:lnTo>
                  <a:lnTo>
                    <a:pt x="178" y="329"/>
                  </a:lnTo>
                  <a:lnTo>
                    <a:pt x="178" y="329"/>
                  </a:lnTo>
                  <a:lnTo>
                    <a:pt x="164" y="333"/>
                  </a:lnTo>
                  <a:lnTo>
                    <a:pt x="152" y="340"/>
                  </a:lnTo>
                  <a:lnTo>
                    <a:pt x="141" y="347"/>
                  </a:lnTo>
                  <a:lnTo>
                    <a:pt x="130" y="353"/>
                  </a:lnTo>
                  <a:lnTo>
                    <a:pt x="120" y="362"/>
                  </a:lnTo>
                  <a:lnTo>
                    <a:pt x="110" y="371"/>
                  </a:lnTo>
                  <a:lnTo>
                    <a:pt x="92" y="390"/>
                  </a:lnTo>
                  <a:lnTo>
                    <a:pt x="92" y="390"/>
                  </a:lnTo>
                  <a:lnTo>
                    <a:pt x="77" y="408"/>
                  </a:lnTo>
                  <a:lnTo>
                    <a:pt x="61" y="426"/>
                  </a:lnTo>
                  <a:lnTo>
                    <a:pt x="47" y="445"/>
                  </a:lnTo>
                  <a:lnTo>
                    <a:pt x="31" y="464"/>
                  </a:lnTo>
                  <a:lnTo>
                    <a:pt x="31" y="464"/>
                  </a:lnTo>
                  <a:lnTo>
                    <a:pt x="27" y="467"/>
                  </a:lnTo>
                  <a:lnTo>
                    <a:pt x="21" y="471"/>
                  </a:lnTo>
                  <a:lnTo>
                    <a:pt x="9" y="477"/>
                  </a:lnTo>
                  <a:lnTo>
                    <a:pt x="9" y="477"/>
                  </a:lnTo>
                  <a:lnTo>
                    <a:pt x="4" y="466"/>
                  </a:lnTo>
                  <a:lnTo>
                    <a:pt x="1" y="460"/>
                  </a:lnTo>
                  <a:lnTo>
                    <a:pt x="0" y="454"/>
                  </a:lnTo>
                  <a:lnTo>
                    <a:pt x="0" y="454"/>
                  </a:lnTo>
                  <a:lnTo>
                    <a:pt x="1" y="420"/>
                  </a:lnTo>
                  <a:lnTo>
                    <a:pt x="4" y="385"/>
                  </a:lnTo>
                  <a:lnTo>
                    <a:pt x="7" y="351"/>
                  </a:lnTo>
                  <a:lnTo>
                    <a:pt x="13" y="317"/>
                  </a:lnTo>
                  <a:lnTo>
                    <a:pt x="19" y="282"/>
                  </a:lnTo>
                  <a:lnTo>
                    <a:pt x="28" y="249"/>
                  </a:lnTo>
                  <a:lnTo>
                    <a:pt x="39" y="217"/>
                  </a:lnTo>
                  <a:lnTo>
                    <a:pt x="54" y="185"/>
                  </a:lnTo>
                  <a:lnTo>
                    <a:pt x="54" y="185"/>
                  </a:lnTo>
                  <a:lnTo>
                    <a:pt x="69" y="154"/>
                  </a:lnTo>
                  <a:lnTo>
                    <a:pt x="78" y="139"/>
                  </a:lnTo>
                  <a:lnTo>
                    <a:pt x="87" y="125"/>
                  </a:lnTo>
                  <a:lnTo>
                    <a:pt x="97" y="111"/>
                  </a:lnTo>
                  <a:lnTo>
                    <a:pt x="107" y="99"/>
                  </a:lnTo>
                  <a:lnTo>
                    <a:pt x="118" y="85"/>
                  </a:lnTo>
                  <a:lnTo>
                    <a:pt x="129" y="74"/>
                  </a:lnTo>
                  <a:lnTo>
                    <a:pt x="141" y="63"/>
                  </a:lnTo>
                  <a:lnTo>
                    <a:pt x="154" y="53"/>
                  </a:lnTo>
                  <a:lnTo>
                    <a:pt x="168" y="43"/>
                  </a:lnTo>
                  <a:lnTo>
                    <a:pt x="182" y="34"/>
                  </a:lnTo>
                  <a:lnTo>
                    <a:pt x="197" y="27"/>
                  </a:lnTo>
                  <a:lnTo>
                    <a:pt x="212" y="20"/>
                  </a:lnTo>
                  <a:lnTo>
                    <a:pt x="229" y="13"/>
                  </a:lnTo>
                  <a:lnTo>
                    <a:pt x="246" y="8"/>
                  </a:lnTo>
                  <a:lnTo>
                    <a:pt x="246" y="8"/>
                  </a:lnTo>
                  <a:lnTo>
                    <a:pt x="268" y="3"/>
                  </a:lnTo>
                  <a:lnTo>
                    <a:pt x="290" y="1"/>
                  </a:lnTo>
                  <a:lnTo>
                    <a:pt x="312" y="0"/>
                  </a:lnTo>
                  <a:lnTo>
                    <a:pt x="333" y="2"/>
                  </a:lnTo>
                  <a:lnTo>
                    <a:pt x="355" y="6"/>
                  </a:lnTo>
                  <a:lnTo>
                    <a:pt x="376" y="11"/>
                  </a:lnTo>
                  <a:lnTo>
                    <a:pt x="396" y="18"/>
                  </a:lnTo>
                  <a:lnTo>
                    <a:pt x="416" y="27"/>
                  </a:lnTo>
                  <a:lnTo>
                    <a:pt x="436" y="38"/>
                  </a:lnTo>
                  <a:lnTo>
                    <a:pt x="454" y="50"/>
                  </a:lnTo>
                  <a:lnTo>
                    <a:pt x="472" y="64"/>
                  </a:lnTo>
                  <a:lnTo>
                    <a:pt x="487" y="80"/>
                  </a:lnTo>
                  <a:lnTo>
                    <a:pt x="503" y="96"/>
                  </a:lnTo>
                  <a:lnTo>
                    <a:pt x="516" y="114"/>
                  </a:lnTo>
                  <a:lnTo>
                    <a:pt x="528" y="134"/>
                  </a:lnTo>
                  <a:lnTo>
                    <a:pt x="538" y="155"/>
                  </a:lnTo>
                  <a:lnTo>
                    <a:pt x="538" y="155"/>
                  </a:lnTo>
                  <a:lnTo>
                    <a:pt x="545" y="171"/>
                  </a:lnTo>
                  <a:lnTo>
                    <a:pt x="550" y="187"/>
                  </a:lnTo>
                  <a:lnTo>
                    <a:pt x="555" y="203"/>
                  </a:lnTo>
                  <a:lnTo>
                    <a:pt x="559" y="219"/>
                  </a:lnTo>
                  <a:lnTo>
                    <a:pt x="562" y="236"/>
                  </a:lnTo>
                  <a:lnTo>
                    <a:pt x="565" y="253"/>
                  </a:lnTo>
                  <a:lnTo>
                    <a:pt x="566" y="269"/>
                  </a:lnTo>
                  <a:lnTo>
                    <a:pt x="567" y="287"/>
                  </a:lnTo>
                  <a:lnTo>
                    <a:pt x="567" y="287"/>
                  </a:lnTo>
                  <a:lnTo>
                    <a:pt x="566" y="295"/>
                  </a:lnTo>
                  <a:lnTo>
                    <a:pt x="565" y="301"/>
                  </a:lnTo>
                  <a:lnTo>
                    <a:pt x="562" y="305"/>
                  </a:lnTo>
                  <a:lnTo>
                    <a:pt x="560" y="306"/>
                  </a:lnTo>
                  <a:lnTo>
                    <a:pt x="557" y="308"/>
                  </a:lnTo>
                  <a:lnTo>
                    <a:pt x="552" y="308"/>
                  </a:lnTo>
                  <a:lnTo>
                    <a:pt x="552" y="308"/>
                  </a:lnTo>
                  <a:lnTo>
                    <a:pt x="548" y="308"/>
                  </a:lnTo>
                  <a:lnTo>
                    <a:pt x="545" y="306"/>
                  </a:lnTo>
                  <a:lnTo>
                    <a:pt x="542" y="304"/>
                  </a:lnTo>
                  <a:lnTo>
                    <a:pt x="540" y="301"/>
                  </a:lnTo>
                  <a:lnTo>
                    <a:pt x="538" y="295"/>
                  </a:lnTo>
                  <a:lnTo>
                    <a:pt x="538" y="288"/>
                  </a:lnTo>
                  <a:lnTo>
                    <a:pt x="538" y="288"/>
                  </a:lnTo>
                  <a:lnTo>
                    <a:pt x="536" y="263"/>
                  </a:lnTo>
                  <a:lnTo>
                    <a:pt x="534" y="238"/>
                  </a:lnTo>
                  <a:lnTo>
                    <a:pt x="528" y="215"/>
                  </a:lnTo>
                  <a:lnTo>
                    <a:pt x="521" y="192"/>
                  </a:lnTo>
                  <a:lnTo>
                    <a:pt x="513" y="170"/>
                  </a:lnTo>
                  <a:lnTo>
                    <a:pt x="501" y="147"/>
                  </a:lnTo>
                  <a:lnTo>
                    <a:pt x="488" y="126"/>
                  </a:lnTo>
                  <a:lnTo>
                    <a:pt x="473" y="108"/>
                  </a:lnTo>
                  <a:lnTo>
                    <a:pt x="473" y="108"/>
                  </a:lnTo>
                  <a:lnTo>
                    <a:pt x="455" y="89"/>
                  </a:lnTo>
                  <a:lnTo>
                    <a:pt x="436" y="73"/>
                  </a:lnTo>
                  <a:lnTo>
                    <a:pt x="416" y="60"/>
                  </a:lnTo>
                  <a:lnTo>
                    <a:pt x="395" y="49"/>
                  </a:lnTo>
                  <a:lnTo>
                    <a:pt x="374" y="41"/>
                  </a:lnTo>
                  <a:lnTo>
                    <a:pt x="352" y="34"/>
                  </a:lnTo>
                  <a:lnTo>
                    <a:pt x="330" y="31"/>
                  </a:lnTo>
                  <a:lnTo>
                    <a:pt x="306" y="30"/>
                  </a:lnTo>
                  <a:lnTo>
                    <a:pt x="284" y="31"/>
                  </a:lnTo>
                  <a:lnTo>
                    <a:pt x="262" y="34"/>
                  </a:lnTo>
                  <a:lnTo>
                    <a:pt x="240" y="40"/>
                  </a:lnTo>
                  <a:lnTo>
                    <a:pt x="218" y="49"/>
                  </a:lnTo>
                  <a:lnTo>
                    <a:pt x="197" y="59"/>
                  </a:lnTo>
                  <a:lnTo>
                    <a:pt x="177" y="72"/>
                  </a:lnTo>
                  <a:lnTo>
                    <a:pt x="158" y="88"/>
                  </a:lnTo>
                  <a:lnTo>
                    <a:pt x="139" y="105"/>
                  </a:lnTo>
                  <a:lnTo>
                    <a:pt x="139" y="105"/>
                  </a:lnTo>
                  <a:lnTo>
                    <a:pt x="120" y="129"/>
                  </a:lnTo>
                  <a:lnTo>
                    <a:pt x="103" y="153"/>
                  </a:lnTo>
                  <a:lnTo>
                    <a:pt x="89" y="177"/>
                  </a:lnTo>
                  <a:lnTo>
                    <a:pt x="76" y="203"/>
                  </a:lnTo>
                  <a:lnTo>
                    <a:pt x="66" y="230"/>
                  </a:lnTo>
                  <a:lnTo>
                    <a:pt x="57" y="257"/>
                  </a:lnTo>
                  <a:lnTo>
                    <a:pt x="49" y="286"/>
                  </a:lnTo>
                  <a:lnTo>
                    <a:pt x="42" y="315"/>
                  </a:lnTo>
                  <a:lnTo>
                    <a:pt x="42" y="315"/>
                  </a:lnTo>
                  <a:lnTo>
                    <a:pt x="39" y="338"/>
                  </a:lnTo>
                  <a:lnTo>
                    <a:pt x="36" y="361"/>
                  </a:lnTo>
                  <a:lnTo>
                    <a:pt x="29" y="411"/>
                  </a:lnTo>
                  <a:lnTo>
                    <a:pt x="29" y="4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026111D-714F-941E-C401-507287568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41" y="670878"/>
              <a:ext cx="274638" cy="581025"/>
            </a:xfrm>
            <a:custGeom>
              <a:avLst/>
              <a:gdLst>
                <a:gd name="T0" fmla="*/ 3 w 346"/>
                <a:gd name="T1" fmla="*/ 644 h 732"/>
                <a:gd name="T2" fmla="*/ 1 w 346"/>
                <a:gd name="T3" fmla="*/ 624 h 732"/>
                <a:gd name="T4" fmla="*/ 16 w 346"/>
                <a:gd name="T5" fmla="*/ 588 h 732"/>
                <a:gd name="T6" fmla="*/ 47 w 346"/>
                <a:gd name="T7" fmla="*/ 554 h 732"/>
                <a:gd name="T8" fmla="*/ 69 w 346"/>
                <a:gd name="T9" fmla="*/ 538 h 732"/>
                <a:gd name="T10" fmla="*/ 95 w 346"/>
                <a:gd name="T11" fmla="*/ 526 h 732"/>
                <a:gd name="T12" fmla="*/ 168 w 346"/>
                <a:gd name="T13" fmla="*/ 492 h 732"/>
                <a:gd name="T14" fmla="*/ 232 w 346"/>
                <a:gd name="T15" fmla="*/ 446 h 732"/>
                <a:gd name="T16" fmla="*/ 268 w 346"/>
                <a:gd name="T17" fmla="*/ 405 h 732"/>
                <a:gd name="T18" fmla="*/ 296 w 346"/>
                <a:gd name="T19" fmla="*/ 356 h 732"/>
                <a:gd name="T20" fmla="*/ 313 w 346"/>
                <a:gd name="T21" fmla="*/ 306 h 732"/>
                <a:gd name="T22" fmla="*/ 319 w 346"/>
                <a:gd name="T23" fmla="*/ 255 h 732"/>
                <a:gd name="T24" fmla="*/ 313 w 346"/>
                <a:gd name="T25" fmla="*/ 203 h 732"/>
                <a:gd name="T26" fmla="*/ 297 w 346"/>
                <a:gd name="T27" fmla="*/ 150 h 732"/>
                <a:gd name="T28" fmla="*/ 283 w 346"/>
                <a:gd name="T29" fmla="*/ 118 h 732"/>
                <a:gd name="T30" fmla="*/ 258 w 346"/>
                <a:gd name="T31" fmla="*/ 76 h 732"/>
                <a:gd name="T32" fmla="*/ 228 w 346"/>
                <a:gd name="T33" fmla="*/ 37 h 732"/>
                <a:gd name="T34" fmla="*/ 212 w 346"/>
                <a:gd name="T35" fmla="*/ 20 h 732"/>
                <a:gd name="T36" fmla="*/ 210 w 346"/>
                <a:gd name="T37" fmla="*/ 7 h 732"/>
                <a:gd name="T38" fmla="*/ 214 w 346"/>
                <a:gd name="T39" fmla="*/ 1 h 732"/>
                <a:gd name="T40" fmla="*/ 231 w 346"/>
                <a:gd name="T41" fmla="*/ 1 h 732"/>
                <a:gd name="T42" fmla="*/ 259 w 346"/>
                <a:gd name="T43" fmla="*/ 30 h 732"/>
                <a:gd name="T44" fmla="*/ 297 w 346"/>
                <a:gd name="T45" fmla="*/ 84 h 732"/>
                <a:gd name="T46" fmla="*/ 321 w 346"/>
                <a:gd name="T47" fmla="*/ 127 h 732"/>
                <a:gd name="T48" fmla="*/ 336 w 346"/>
                <a:gd name="T49" fmla="*/ 175 h 732"/>
                <a:gd name="T50" fmla="*/ 345 w 346"/>
                <a:gd name="T51" fmla="*/ 224 h 732"/>
                <a:gd name="T52" fmla="*/ 346 w 346"/>
                <a:gd name="T53" fmla="*/ 262 h 732"/>
                <a:gd name="T54" fmla="*/ 340 w 346"/>
                <a:gd name="T55" fmla="*/ 320 h 732"/>
                <a:gd name="T56" fmla="*/ 322 w 346"/>
                <a:gd name="T57" fmla="*/ 372 h 732"/>
                <a:gd name="T58" fmla="*/ 294 w 346"/>
                <a:gd name="T59" fmla="*/ 419 h 732"/>
                <a:gd name="T60" fmla="*/ 258 w 346"/>
                <a:gd name="T61" fmla="*/ 461 h 732"/>
                <a:gd name="T62" fmla="*/ 211 w 346"/>
                <a:gd name="T63" fmla="*/ 498 h 732"/>
                <a:gd name="T64" fmla="*/ 182 w 346"/>
                <a:gd name="T65" fmla="*/ 515 h 732"/>
                <a:gd name="T66" fmla="*/ 107 w 346"/>
                <a:gd name="T67" fmla="*/ 550 h 732"/>
                <a:gd name="T68" fmla="*/ 77 w 346"/>
                <a:gd name="T69" fmla="*/ 569 h 732"/>
                <a:gd name="T70" fmla="*/ 37 w 346"/>
                <a:gd name="T71" fmla="*/ 608 h 732"/>
                <a:gd name="T72" fmla="*/ 34 w 346"/>
                <a:gd name="T73" fmla="*/ 614 h 732"/>
                <a:gd name="T74" fmla="*/ 32 w 346"/>
                <a:gd name="T75" fmla="*/ 641 h 732"/>
                <a:gd name="T76" fmla="*/ 32 w 346"/>
                <a:gd name="T77" fmla="*/ 710 h 732"/>
                <a:gd name="T78" fmla="*/ 29 w 346"/>
                <a:gd name="T79" fmla="*/ 727 h 732"/>
                <a:gd name="T80" fmla="*/ 18 w 346"/>
                <a:gd name="T81" fmla="*/ 732 h 732"/>
                <a:gd name="T82" fmla="*/ 10 w 346"/>
                <a:gd name="T83" fmla="*/ 729 h 732"/>
                <a:gd name="T84" fmla="*/ 5 w 346"/>
                <a:gd name="T85" fmla="*/ 718 h 732"/>
                <a:gd name="T86" fmla="*/ 5 w 346"/>
                <a:gd name="T87" fmla="*/ 651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46" h="732">
                  <a:moveTo>
                    <a:pt x="5" y="651"/>
                  </a:moveTo>
                  <a:lnTo>
                    <a:pt x="5" y="651"/>
                  </a:lnTo>
                  <a:lnTo>
                    <a:pt x="3" y="644"/>
                  </a:lnTo>
                  <a:lnTo>
                    <a:pt x="1" y="638"/>
                  </a:lnTo>
                  <a:lnTo>
                    <a:pt x="0" y="631"/>
                  </a:lnTo>
                  <a:lnTo>
                    <a:pt x="1" y="624"/>
                  </a:lnTo>
                  <a:lnTo>
                    <a:pt x="4" y="611"/>
                  </a:lnTo>
                  <a:lnTo>
                    <a:pt x="8" y="599"/>
                  </a:lnTo>
                  <a:lnTo>
                    <a:pt x="16" y="588"/>
                  </a:lnTo>
                  <a:lnTo>
                    <a:pt x="25" y="576"/>
                  </a:lnTo>
                  <a:lnTo>
                    <a:pt x="35" y="566"/>
                  </a:lnTo>
                  <a:lnTo>
                    <a:pt x="47" y="554"/>
                  </a:lnTo>
                  <a:lnTo>
                    <a:pt x="47" y="554"/>
                  </a:lnTo>
                  <a:lnTo>
                    <a:pt x="58" y="546"/>
                  </a:lnTo>
                  <a:lnTo>
                    <a:pt x="69" y="538"/>
                  </a:lnTo>
                  <a:lnTo>
                    <a:pt x="81" y="531"/>
                  </a:lnTo>
                  <a:lnTo>
                    <a:pt x="95" y="526"/>
                  </a:lnTo>
                  <a:lnTo>
                    <a:pt x="95" y="526"/>
                  </a:lnTo>
                  <a:lnTo>
                    <a:pt x="120" y="516"/>
                  </a:lnTo>
                  <a:lnTo>
                    <a:pt x="144" y="505"/>
                  </a:lnTo>
                  <a:lnTo>
                    <a:pt x="168" y="492"/>
                  </a:lnTo>
                  <a:lnTo>
                    <a:pt x="190" y="478"/>
                  </a:lnTo>
                  <a:lnTo>
                    <a:pt x="212" y="463"/>
                  </a:lnTo>
                  <a:lnTo>
                    <a:pt x="232" y="446"/>
                  </a:lnTo>
                  <a:lnTo>
                    <a:pt x="251" y="426"/>
                  </a:lnTo>
                  <a:lnTo>
                    <a:pt x="268" y="405"/>
                  </a:lnTo>
                  <a:lnTo>
                    <a:pt x="268" y="405"/>
                  </a:lnTo>
                  <a:lnTo>
                    <a:pt x="279" y="389"/>
                  </a:lnTo>
                  <a:lnTo>
                    <a:pt x="289" y="373"/>
                  </a:lnTo>
                  <a:lnTo>
                    <a:pt x="296" y="356"/>
                  </a:lnTo>
                  <a:lnTo>
                    <a:pt x="303" y="340"/>
                  </a:lnTo>
                  <a:lnTo>
                    <a:pt x="309" y="323"/>
                  </a:lnTo>
                  <a:lnTo>
                    <a:pt x="313" y="306"/>
                  </a:lnTo>
                  <a:lnTo>
                    <a:pt x="316" y="290"/>
                  </a:lnTo>
                  <a:lnTo>
                    <a:pt x="317" y="272"/>
                  </a:lnTo>
                  <a:lnTo>
                    <a:pt x="319" y="255"/>
                  </a:lnTo>
                  <a:lnTo>
                    <a:pt x="317" y="238"/>
                  </a:lnTo>
                  <a:lnTo>
                    <a:pt x="316" y="221"/>
                  </a:lnTo>
                  <a:lnTo>
                    <a:pt x="313" y="203"/>
                  </a:lnTo>
                  <a:lnTo>
                    <a:pt x="309" y="186"/>
                  </a:lnTo>
                  <a:lnTo>
                    <a:pt x="303" y="168"/>
                  </a:lnTo>
                  <a:lnTo>
                    <a:pt x="297" y="150"/>
                  </a:lnTo>
                  <a:lnTo>
                    <a:pt x="290" y="133"/>
                  </a:lnTo>
                  <a:lnTo>
                    <a:pt x="290" y="133"/>
                  </a:lnTo>
                  <a:lnTo>
                    <a:pt x="283" y="118"/>
                  </a:lnTo>
                  <a:lnTo>
                    <a:pt x="275" y="104"/>
                  </a:lnTo>
                  <a:lnTo>
                    <a:pt x="266" y="89"/>
                  </a:lnTo>
                  <a:lnTo>
                    <a:pt x="258" y="76"/>
                  </a:lnTo>
                  <a:lnTo>
                    <a:pt x="249" y="63"/>
                  </a:lnTo>
                  <a:lnTo>
                    <a:pt x="239" y="49"/>
                  </a:lnTo>
                  <a:lnTo>
                    <a:pt x="228" y="37"/>
                  </a:lnTo>
                  <a:lnTo>
                    <a:pt x="217" y="25"/>
                  </a:lnTo>
                  <a:lnTo>
                    <a:pt x="217" y="25"/>
                  </a:lnTo>
                  <a:lnTo>
                    <a:pt x="212" y="20"/>
                  </a:lnTo>
                  <a:lnTo>
                    <a:pt x="209" y="13"/>
                  </a:lnTo>
                  <a:lnTo>
                    <a:pt x="209" y="10"/>
                  </a:lnTo>
                  <a:lnTo>
                    <a:pt x="210" y="7"/>
                  </a:lnTo>
                  <a:lnTo>
                    <a:pt x="211" y="4"/>
                  </a:lnTo>
                  <a:lnTo>
                    <a:pt x="214" y="1"/>
                  </a:lnTo>
                  <a:lnTo>
                    <a:pt x="214" y="1"/>
                  </a:lnTo>
                  <a:lnTo>
                    <a:pt x="219" y="0"/>
                  </a:lnTo>
                  <a:lnTo>
                    <a:pt x="225" y="0"/>
                  </a:lnTo>
                  <a:lnTo>
                    <a:pt x="231" y="1"/>
                  </a:lnTo>
                  <a:lnTo>
                    <a:pt x="235" y="4"/>
                  </a:lnTo>
                  <a:lnTo>
                    <a:pt x="235" y="4"/>
                  </a:lnTo>
                  <a:lnTo>
                    <a:pt x="259" y="30"/>
                  </a:lnTo>
                  <a:lnTo>
                    <a:pt x="280" y="56"/>
                  </a:lnTo>
                  <a:lnTo>
                    <a:pt x="289" y="69"/>
                  </a:lnTo>
                  <a:lnTo>
                    <a:pt x="297" y="84"/>
                  </a:lnTo>
                  <a:lnTo>
                    <a:pt x="306" y="98"/>
                  </a:lnTo>
                  <a:lnTo>
                    <a:pt x="313" y="113"/>
                  </a:lnTo>
                  <a:lnTo>
                    <a:pt x="321" y="127"/>
                  </a:lnTo>
                  <a:lnTo>
                    <a:pt x="326" y="142"/>
                  </a:lnTo>
                  <a:lnTo>
                    <a:pt x="332" y="158"/>
                  </a:lnTo>
                  <a:lnTo>
                    <a:pt x="336" y="175"/>
                  </a:lnTo>
                  <a:lnTo>
                    <a:pt x="341" y="190"/>
                  </a:lnTo>
                  <a:lnTo>
                    <a:pt x="343" y="207"/>
                  </a:lnTo>
                  <a:lnTo>
                    <a:pt x="345" y="224"/>
                  </a:lnTo>
                  <a:lnTo>
                    <a:pt x="346" y="241"/>
                  </a:lnTo>
                  <a:lnTo>
                    <a:pt x="346" y="241"/>
                  </a:lnTo>
                  <a:lnTo>
                    <a:pt x="346" y="262"/>
                  </a:lnTo>
                  <a:lnTo>
                    <a:pt x="345" y="282"/>
                  </a:lnTo>
                  <a:lnTo>
                    <a:pt x="343" y="301"/>
                  </a:lnTo>
                  <a:lnTo>
                    <a:pt x="340" y="320"/>
                  </a:lnTo>
                  <a:lnTo>
                    <a:pt x="335" y="337"/>
                  </a:lnTo>
                  <a:lnTo>
                    <a:pt x="330" y="355"/>
                  </a:lnTo>
                  <a:lnTo>
                    <a:pt x="322" y="372"/>
                  </a:lnTo>
                  <a:lnTo>
                    <a:pt x="314" y="388"/>
                  </a:lnTo>
                  <a:lnTo>
                    <a:pt x="305" y="404"/>
                  </a:lnTo>
                  <a:lnTo>
                    <a:pt x="294" y="419"/>
                  </a:lnTo>
                  <a:lnTo>
                    <a:pt x="283" y="434"/>
                  </a:lnTo>
                  <a:lnTo>
                    <a:pt x="271" y="448"/>
                  </a:lnTo>
                  <a:lnTo>
                    <a:pt x="258" y="461"/>
                  </a:lnTo>
                  <a:lnTo>
                    <a:pt x="242" y="474"/>
                  </a:lnTo>
                  <a:lnTo>
                    <a:pt x="226" y="486"/>
                  </a:lnTo>
                  <a:lnTo>
                    <a:pt x="211" y="498"/>
                  </a:lnTo>
                  <a:lnTo>
                    <a:pt x="211" y="498"/>
                  </a:lnTo>
                  <a:lnTo>
                    <a:pt x="197" y="506"/>
                  </a:lnTo>
                  <a:lnTo>
                    <a:pt x="182" y="515"/>
                  </a:lnTo>
                  <a:lnTo>
                    <a:pt x="152" y="529"/>
                  </a:lnTo>
                  <a:lnTo>
                    <a:pt x="121" y="543"/>
                  </a:lnTo>
                  <a:lnTo>
                    <a:pt x="107" y="550"/>
                  </a:lnTo>
                  <a:lnTo>
                    <a:pt x="91" y="559"/>
                  </a:lnTo>
                  <a:lnTo>
                    <a:pt x="91" y="559"/>
                  </a:lnTo>
                  <a:lnTo>
                    <a:pt x="77" y="569"/>
                  </a:lnTo>
                  <a:lnTo>
                    <a:pt x="62" y="581"/>
                  </a:lnTo>
                  <a:lnTo>
                    <a:pt x="49" y="594"/>
                  </a:lnTo>
                  <a:lnTo>
                    <a:pt x="37" y="608"/>
                  </a:lnTo>
                  <a:lnTo>
                    <a:pt x="37" y="608"/>
                  </a:lnTo>
                  <a:lnTo>
                    <a:pt x="35" y="611"/>
                  </a:lnTo>
                  <a:lnTo>
                    <a:pt x="34" y="614"/>
                  </a:lnTo>
                  <a:lnTo>
                    <a:pt x="32" y="623"/>
                  </a:lnTo>
                  <a:lnTo>
                    <a:pt x="32" y="641"/>
                  </a:lnTo>
                  <a:lnTo>
                    <a:pt x="32" y="641"/>
                  </a:lnTo>
                  <a:lnTo>
                    <a:pt x="32" y="675"/>
                  </a:lnTo>
                  <a:lnTo>
                    <a:pt x="32" y="710"/>
                  </a:lnTo>
                  <a:lnTo>
                    <a:pt x="32" y="710"/>
                  </a:lnTo>
                  <a:lnTo>
                    <a:pt x="32" y="717"/>
                  </a:lnTo>
                  <a:lnTo>
                    <a:pt x="30" y="725"/>
                  </a:lnTo>
                  <a:lnTo>
                    <a:pt x="29" y="727"/>
                  </a:lnTo>
                  <a:lnTo>
                    <a:pt x="26" y="729"/>
                  </a:lnTo>
                  <a:lnTo>
                    <a:pt x="22" y="731"/>
                  </a:lnTo>
                  <a:lnTo>
                    <a:pt x="18" y="732"/>
                  </a:lnTo>
                  <a:lnTo>
                    <a:pt x="18" y="732"/>
                  </a:lnTo>
                  <a:lnTo>
                    <a:pt x="14" y="731"/>
                  </a:lnTo>
                  <a:lnTo>
                    <a:pt x="10" y="729"/>
                  </a:lnTo>
                  <a:lnTo>
                    <a:pt x="8" y="727"/>
                  </a:lnTo>
                  <a:lnTo>
                    <a:pt x="6" y="725"/>
                  </a:lnTo>
                  <a:lnTo>
                    <a:pt x="5" y="718"/>
                  </a:lnTo>
                  <a:lnTo>
                    <a:pt x="4" y="711"/>
                  </a:lnTo>
                  <a:lnTo>
                    <a:pt x="4" y="711"/>
                  </a:lnTo>
                  <a:lnTo>
                    <a:pt x="5" y="651"/>
                  </a:lnTo>
                  <a:lnTo>
                    <a:pt x="5" y="6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ACC9B49-E76C-0B8B-E33A-39A8AABED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591" y="535940"/>
              <a:ext cx="254000" cy="360363"/>
            </a:xfrm>
            <a:custGeom>
              <a:avLst/>
              <a:gdLst>
                <a:gd name="T0" fmla="*/ 319 w 319"/>
                <a:gd name="T1" fmla="*/ 12 h 454"/>
                <a:gd name="T2" fmla="*/ 319 w 319"/>
                <a:gd name="T3" fmla="*/ 12 h 454"/>
                <a:gd name="T4" fmla="*/ 315 w 319"/>
                <a:gd name="T5" fmla="*/ 21 h 454"/>
                <a:gd name="T6" fmla="*/ 311 w 319"/>
                <a:gd name="T7" fmla="*/ 28 h 454"/>
                <a:gd name="T8" fmla="*/ 311 w 319"/>
                <a:gd name="T9" fmla="*/ 28 h 454"/>
                <a:gd name="T10" fmla="*/ 31 w 319"/>
                <a:gd name="T11" fmla="*/ 442 h 454"/>
                <a:gd name="T12" fmla="*/ 31 w 319"/>
                <a:gd name="T13" fmla="*/ 442 h 454"/>
                <a:gd name="T14" fmla="*/ 25 w 319"/>
                <a:gd name="T15" fmla="*/ 447 h 454"/>
                <a:gd name="T16" fmla="*/ 20 w 319"/>
                <a:gd name="T17" fmla="*/ 452 h 454"/>
                <a:gd name="T18" fmla="*/ 16 w 319"/>
                <a:gd name="T19" fmla="*/ 453 h 454"/>
                <a:gd name="T20" fmla="*/ 13 w 319"/>
                <a:gd name="T21" fmla="*/ 454 h 454"/>
                <a:gd name="T22" fmla="*/ 10 w 319"/>
                <a:gd name="T23" fmla="*/ 453 h 454"/>
                <a:gd name="T24" fmla="*/ 6 w 319"/>
                <a:gd name="T25" fmla="*/ 451 h 454"/>
                <a:gd name="T26" fmla="*/ 6 w 319"/>
                <a:gd name="T27" fmla="*/ 451 h 454"/>
                <a:gd name="T28" fmla="*/ 3 w 319"/>
                <a:gd name="T29" fmla="*/ 447 h 454"/>
                <a:gd name="T30" fmla="*/ 1 w 319"/>
                <a:gd name="T31" fmla="*/ 444 h 454"/>
                <a:gd name="T32" fmla="*/ 0 w 319"/>
                <a:gd name="T33" fmla="*/ 442 h 454"/>
                <a:gd name="T34" fmla="*/ 0 w 319"/>
                <a:gd name="T35" fmla="*/ 439 h 454"/>
                <a:gd name="T36" fmla="*/ 2 w 319"/>
                <a:gd name="T37" fmla="*/ 432 h 454"/>
                <a:gd name="T38" fmla="*/ 6 w 319"/>
                <a:gd name="T39" fmla="*/ 425 h 454"/>
                <a:gd name="T40" fmla="*/ 6 w 319"/>
                <a:gd name="T41" fmla="*/ 425 h 454"/>
                <a:gd name="T42" fmla="*/ 288 w 319"/>
                <a:gd name="T43" fmla="*/ 10 h 454"/>
                <a:gd name="T44" fmla="*/ 288 w 319"/>
                <a:gd name="T45" fmla="*/ 10 h 454"/>
                <a:gd name="T46" fmla="*/ 292 w 319"/>
                <a:gd name="T47" fmla="*/ 7 h 454"/>
                <a:gd name="T48" fmla="*/ 297 w 319"/>
                <a:gd name="T49" fmla="*/ 3 h 454"/>
                <a:gd name="T50" fmla="*/ 302 w 319"/>
                <a:gd name="T51" fmla="*/ 2 h 454"/>
                <a:gd name="T52" fmla="*/ 308 w 319"/>
                <a:gd name="T53" fmla="*/ 0 h 454"/>
                <a:gd name="T54" fmla="*/ 308 w 319"/>
                <a:gd name="T55" fmla="*/ 0 h 454"/>
                <a:gd name="T56" fmla="*/ 310 w 319"/>
                <a:gd name="T57" fmla="*/ 1 h 454"/>
                <a:gd name="T58" fmla="*/ 314 w 319"/>
                <a:gd name="T59" fmla="*/ 5 h 454"/>
                <a:gd name="T60" fmla="*/ 319 w 319"/>
                <a:gd name="T61" fmla="*/ 12 h 454"/>
                <a:gd name="T62" fmla="*/ 319 w 319"/>
                <a:gd name="T63" fmla="*/ 12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19" h="454">
                  <a:moveTo>
                    <a:pt x="319" y="12"/>
                  </a:moveTo>
                  <a:lnTo>
                    <a:pt x="319" y="12"/>
                  </a:lnTo>
                  <a:lnTo>
                    <a:pt x="315" y="21"/>
                  </a:lnTo>
                  <a:lnTo>
                    <a:pt x="311" y="28"/>
                  </a:lnTo>
                  <a:lnTo>
                    <a:pt x="311" y="28"/>
                  </a:lnTo>
                  <a:lnTo>
                    <a:pt x="31" y="442"/>
                  </a:lnTo>
                  <a:lnTo>
                    <a:pt x="31" y="442"/>
                  </a:lnTo>
                  <a:lnTo>
                    <a:pt x="25" y="447"/>
                  </a:lnTo>
                  <a:lnTo>
                    <a:pt x="20" y="452"/>
                  </a:lnTo>
                  <a:lnTo>
                    <a:pt x="16" y="453"/>
                  </a:lnTo>
                  <a:lnTo>
                    <a:pt x="13" y="454"/>
                  </a:lnTo>
                  <a:lnTo>
                    <a:pt x="10" y="453"/>
                  </a:lnTo>
                  <a:lnTo>
                    <a:pt x="6" y="451"/>
                  </a:lnTo>
                  <a:lnTo>
                    <a:pt x="6" y="451"/>
                  </a:lnTo>
                  <a:lnTo>
                    <a:pt x="3" y="447"/>
                  </a:lnTo>
                  <a:lnTo>
                    <a:pt x="1" y="444"/>
                  </a:lnTo>
                  <a:lnTo>
                    <a:pt x="0" y="442"/>
                  </a:lnTo>
                  <a:lnTo>
                    <a:pt x="0" y="439"/>
                  </a:lnTo>
                  <a:lnTo>
                    <a:pt x="2" y="432"/>
                  </a:lnTo>
                  <a:lnTo>
                    <a:pt x="6" y="425"/>
                  </a:lnTo>
                  <a:lnTo>
                    <a:pt x="6" y="425"/>
                  </a:lnTo>
                  <a:lnTo>
                    <a:pt x="288" y="10"/>
                  </a:lnTo>
                  <a:lnTo>
                    <a:pt x="288" y="10"/>
                  </a:lnTo>
                  <a:lnTo>
                    <a:pt x="292" y="7"/>
                  </a:lnTo>
                  <a:lnTo>
                    <a:pt x="297" y="3"/>
                  </a:lnTo>
                  <a:lnTo>
                    <a:pt x="302" y="2"/>
                  </a:lnTo>
                  <a:lnTo>
                    <a:pt x="308" y="0"/>
                  </a:lnTo>
                  <a:lnTo>
                    <a:pt x="308" y="0"/>
                  </a:lnTo>
                  <a:lnTo>
                    <a:pt x="310" y="1"/>
                  </a:lnTo>
                  <a:lnTo>
                    <a:pt x="314" y="5"/>
                  </a:lnTo>
                  <a:lnTo>
                    <a:pt x="319" y="12"/>
                  </a:lnTo>
                  <a:lnTo>
                    <a:pt x="319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7681B244-A80D-AFD4-E6AD-D48419175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341" y="443865"/>
              <a:ext cx="249238" cy="107950"/>
            </a:xfrm>
            <a:custGeom>
              <a:avLst/>
              <a:gdLst>
                <a:gd name="T0" fmla="*/ 274 w 314"/>
                <a:gd name="T1" fmla="*/ 41 h 136"/>
                <a:gd name="T2" fmla="*/ 249 w 314"/>
                <a:gd name="T3" fmla="*/ 30 h 136"/>
                <a:gd name="T4" fmla="*/ 221 w 314"/>
                <a:gd name="T5" fmla="*/ 36 h 136"/>
                <a:gd name="T6" fmla="*/ 198 w 314"/>
                <a:gd name="T7" fmla="*/ 52 h 136"/>
                <a:gd name="T8" fmla="*/ 184 w 314"/>
                <a:gd name="T9" fmla="*/ 55 h 136"/>
                <a:gd name="T10" fmla="*/ 166 w 314"/>
                <a:gd name="T11" fmla="*/ 43 h 136"/>
                <a:gd name="T12" fmla="*/ 140 w 314"/>
                <a:gd name="T13" fmla="*/ 30 h 136"/>
                <a:gd name="T14" fmla="*/ 116 w 314"/>
                <a:gd name="T15" fmla="*/ 33 h 136"/>
                <a:gd name="T16" fmla="*/ 98 w 314"/>
                <a:gd name="T17" fmla="*/ 43 h 136"/>
                <a:gd name="T18" fmla="*/ 79 w 314"/>
                <a:gd name="T19" fmla="*/ 54 h 136"/>
                <a:gd name="T20" fmla="*/ 62 w 314"/>
                <a:gd name="T21" fmla="*/ 52 h 136"/>
                <a:gd name="T22" fmla="*/ 51 w 314"/>
                <a:gd name="T23" fmla="*/ 45 h 136"/>
                <a:gd name="T24" fmla="*/ 37 w 314"/>
                <a:gd name="T25" fmla="*/ 46 h 136"/>
                <a:gd name="T26" fmla="*/ 29 w 314"/>
                <a:gd name="T27" fmla="*/ 61 h 136"/>
                <a:gd name="T28" fmla="*/ 30 w 314"/>
                <a:gd name="T29" fmla="*/ 73 h 136"/>
                <a:gd name="T30" fmla="*/ 37 w 314"/>
                <a:gd name="T31" fmla="*/ 88 h 136"/>
                <a:gd name="T32" fmla="*/ 55 w 314"/>
                <a:gd name="T33" fmla="*/ 103 h 136"/>
                <a:gd name="T34" fmla="*/ 68 w 314"/>
                <a:gd name="T35" fmla="*/ 108 h 136"/>
                <a:gd name="T36" fmla="*/ 75 w 314"/>
                <a:gd name="T37" fmla="*/ 115 h 136"/>
                <a:gd name="T38" fmla="*/ 78 w 314"/>
                <a:gd name="T39" fmla="*/ 127 h 136"/>
                <a:gd name="T40" fmla="*/ 71 w 314"/>
                <a:gd name="T41" fmla="*/ 134 h 136"/>
                <a:gd name="T42" fmla="*/ 62 w 314"/>
                <a:gd name="T43" fmla="*/ 136 h 136"/>
                <a:gd name="T44" fmla="*/ 39 w 314"/>
                <a:gd name="T45" fmla="*/ 128 h 136"/>
                <a:gd name="T46" fmla="*/ 11 w 314"/>
                <a:gd name="T47" fmla="*/ 102 h 136"/>
                <a:gd name="T48" fmla="*/ 0 w 314"/>
                <a:gd name="T49" fmla="*/ 65 h 136"/>
                <a:gd name="T50" fmla="*/ 0 w 314"/>
                <a:gd name="T51" fmla="*/ 51 h 136"/>
                <a:gd name="T52" fmla="*/ 8 w 314"/>
                <a:gd name="T53" fmla="*/ 34 h 136"/>
                <a:gd name="T54" fmla="*/ 19 w 314"/>
                <a:gd name="T55" fmla="*/ 23 h 136"/>
                <a:gd name="T56" fmla="*/ 51 w 314"/>
                <a:gd name="T57" fmla="*/ 16 h 136"/>
                <a:gd name="T58" fmla="*/ 68 w 314"/>
                <a:gd name="T59" fmla="*/ 19 h 136"/>
                <a:gd name="T60" fmla="*/ 86 w 314"/>
                <a:gd name="T61" fmla="*/ 15 h 136"/>
                <a:gd name="T62" fmla="*/ 109 w 314"/>
                <a:gd name="T63" fmla="*/ 4 h 136"/>
                <a:gd name="T64" fmla="*/ 143 w 314"/>
                <a:gd name="T65" fmla="*/ 1 h 136"/>
                <a:gd name="T66" fmla="*/ 177 w 314"/>
                <a:gd name="T67" fmla="*/ 15 h 136"/>
                <a:gd name="T68" fmla="*/ 188 w 314"/>
                <a:gd name="T69" fmla="*/ 20 h 136"/>
                <a:gd name="T70" fmla="*/ 200 w 314"/>
                <a:gd name="T71" fmla="*/ 15 h 136"/>
                <a:gd name="T72" fmla="*/ 235 w 314"/>
                <a:gd name="T73" fmla="*/ 1 h 136"/>
                <a:gd name="T74" fmla="*/ 255 w 314"/>
                <a:gd name="T75" fmla="*/ 1 h 136"/>
                <a:gd name="T76" fmla="*/ 282 w 314"/>
                <a:gd name="T77" fmla="*/ 10 h 136"/>
                <a:gd name="T78" fmla="*/ 310 w 314"/>
                <a:gd name="T79" fmla="*/ 31 h 136"/>
                <a:gd name="T80" fmla="*/ 314 w 314"/>
                <a:gd name="T81" fmla="*/ 46 h 136"/>
                <a:gd name="T82" fmla="*/ 309 w 314"/>
                <a:gd name="T83" fmla="*/ 63 h 136"/>
                <a:gd name="T84" fmla="*/ 292 w 314"/>
                <a:gd name="T85" fmla="*/ 95 h 136"/>
                <a:gd name="T86" fmla="*/ 280 w 314"/>
                <a:gd name="T87" fmla="*/ 106 h 136"/>
                <a:gd name="T88" fmla="*/ 271 w 314"/>
                <a:gd name="T89" fmla="*/ 104 h 136"/>
                <a:gd name="T90" fmla="*/ 266 w 314"/>
                <a:gd name="T91" fmla="*/ 94 h 136"/>
                <a:gd name="T92" fmla="*/ 266 w 314"/>
                <a:gd name="T93" fmla="*/ 83 h 136"/>
                <a:gd name="T94" fmla="*/ 282 w 314"/>
                <a:gd name="T95" fmla="*/ 49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14" h="136">
                  <a:moveTo>
                    <a:pt x="282" y="49"/>
                  </a:moveTo>
                  <a:lnTo>
                    <a:pt x="282" y="49"/>
                  </a:lnTo>
                  <a:lnTo>
                    <a:pt x="274" y="41"/>
                  </a:lnTo>
                  <a:lnTo>
                    <a:pt x="265" y="35"/>
                  </a:lnTo>
                  <a:lnTo>
                    <a:pt x="258" y="31"/>
                  </a:lnTo>
                  <a:lnTo>
                    <a:pt x="249" y="30"/>
                  </a:lnTo>
                  <a:lnTo>
                    <a:pt x="240" y="30"/>
                  </a:lnTo>
                  <a:lnTo>
                    <a:pt x="231" y="32"/>
                  </a:lnTo>
                  <a:lnTo>
                    <a:pt x="221" y="36"/>
                  </a:lnTo>
                  <a:lnTo>
                    <a:pt x="212" y="43"/>
                  </a:lnTo>
                  <a:lnTo>
                    <a:pt x="212" y="43"/>
                  </a:lnTo>
                  <a:lnTo>
                    <a:pt x="198" y="52"/>
                  </a:lnTo>
                  <a:lnTo>
                    <a:pt x="193" y="54"/>
                  </a:lnTo>
                  <a:lnTo>
                    <a:pt x="189" y="55"/>
                  </a:lnTo>
                  <a:lnTo>
                    <a:pt x="184" y="55"/>
                  </a:lnTo>
                  <a:lnTo>
                    <a:pt x="179" y="52"/>
                  </a:lnTo>
                  <a:lnTo>
                    <a:pt x="166" y="43"/>
                  </a:lnTo>
                  <a:lnTo>
                    <a:pt x="166" y="43"/>
                  </a:lnTo>
                  <a:lnTo>
                    <a:pt x="157" y="37"/>
                  </a:lnTo>
                  <a:lnTo>
                    <a:pt x="148" y="33"/>
                  </a:lnTo>
                  <a:lnTo>
                    <a:pt x="140" y="30"/>
                  </a:lnTo>
                  <a:lnTo>
                    <a:pt x="131" y="30"/>
                  </a:lnTo>
                  <a:lnTo>
                    <a:pt x="123" y="30"/>
                  </a:lnTo>
                  <a:lnTo>
                    <a:pt x="116" y="33"/>
                  </a:lnTo>
                  <a:lnTo>
                    <a:pt x="107" y="36"/>
                  </a:lnTo>
                  <a:lnTo>
                    <a:pt x="98" y="43"/>
                  </a:lnTo>
                  <a:lnTo>
                    <a:pt x="98" y="43"/>
                  </a:lnTo>
                  <a:lnTo>
                    <a:pt x="89" y="50"/>
                  </a:lnTo>
                  <a:lnTo>
                    <a:pt x="83" y="53"/>
                  </a:lnTo>
                  <a:lnTo>
                    <a:pt x="79" y="54"/>
                  </a:lnTo>
                  <a:lnTo>
                    <a:pt x="73" y="55"/>
                  </a:lnTo>
                  <a:lnTo>
                    <a:pt x="69" y="54"/>
                  </a:lnTo>
                  <a:lnTo>
                    <a:pt x="62" y="52"/>
                  </a:lnTo>
                  <a:lnTo>
                    <a:pt x="57" y="49"/>
                  </a:lnTo>
                  <a:lnTo>
                    <a:pt x="57" y="49"/>
                  </a:lnTo>
                  <a:lnTo>
                    <a:pt x="51" y="45"/>
                  </a:lnTo>
                  <a:lnTo>
                    <a:pt x="46" y="44"/>
                  </a:lnTo>
                  <a:lnTo>
                    <a:pt x="40" y="44"/>
                  </a:lnTo>
                  <a:lnTo>
                    <a:pt x="37" y="46"/>
                  </a:lnTo>
                  <a:lnTo>
                    <a:pt x="32" y="51"/>
                  </a:lnTo>
                  <a:lnTo>
                    <a:pt x="30" y="55"/>
                  </a:lnTo>
                  <a:lnTo>
                    <a:pt x="29" y="61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30" y="73"/>
                  </a:lnTo>
                  <a:lnTo>
                    <a:pt x="31" y="78"/>
                  </a:lnTo>
                  <a:lnTo>
                    <a:pt x="34" y="84"/>
                  </a:lnTo>
                  <a:lnTo>
                    <a:pt x="37" y="88"/>
                  </a:lnTo>
                  <a:lnTo>
                    <a:pt x="40" y="93"/>
                  </a:lnTo>
                  <a:lnTo>
                    <a:pt x="45" y="96"/>
                  </a:lnTo>
                  <a:lnTo>
                    <a:pt x="55" y="103"/>
                  </a:lnTo>
                  <a:lnTo>
                    <a:pt x="55" y="103"/>
                  </a:lnTo>
                  <a:lnTo>
                    <a:pt x="64" y="106"/>
                  </a:lnTo>
                  <a:lnTo>
                    <a:pt x="68" y="108"/>
                  </a:lnTo>
                  <a:lnTo>
                    <a:pt x="72" y="111"/>
                  </a:lnTo>
                  <a:lnTo>
                    <a:pt x="72" y="111"/>
                  </a:lnTo>
                  <a:lnTo>
                    <a:pt x="75" y="115"/>
                  </a:lnTo>
                  <a:lnTo>
                    <a:pt x="77" y="119"/>
                  </a:lnTo>
                  <a:lnTo>
                    <a:pt x="79" y="124"/>
                  </a:lnTo>
                  <a:lnTo>
                    <a:pt x="78" y="127"/>
                  </a:lnTo>
                  <a:lnTo>
                    <a:pt x="78" y="127"/>
                  </a:lnTo>
                  <a:lnTo>
                    <a:pt x="76" y="130"/>
                  </a:lnTo>
                  <a:lnTo>
                    <a:pt x="71" y="134"/>
                  </a:lnTo>
                  <a:lnTo>
                    <a:pt x="67" y="136"/>
                  </a:lnTo>
                  <a:lnTo>
                    <a:pt x="62" y="136"/>
                  </a:lnTo>
                  <a:lnTo>
                    <a:pt x="62" y="136"/>
                  </a:lnTo>
                  <a:lnTo>
                    <a:pt x="56" y="135"/>
                  </a:lnTo>
                  <a:lnTo>
                    <a:pt x="50" y="134"/>
                  </a:lnTo>
                  <a:lnTo>
                    <a:pt x="39" y="128"/>
                  </a:lnTo>
                  <a:lnTo>
                    <a:pt x="28" y="122"/>
                  </a:lnTo>
                  <a:lnTo>
                    <a:pt x="19" y="112"/>
                  </a:lnTo>
                  <a:lnTo>
                    <a:pt x="11" y="102"/>
                  </a:lnTo>
                  <a:lnTo>
                    <a:pt x="6" y="91"/>
                  </a:lnTo>
                  <a:lnTo>
                    <a:pt x="1" y="77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57"/>
                  </a:lnTo>
                  <a:lnTo>
                    <a:pt x="0" y="51"/>
                  </a:lnTo>
                  <a:lnTo>
                    <a:pt x="3" y="45"/>
                  </a:lnTo>
                  <a:lnTo>
                    <a:pt x="5" y="40"/>
                  </a:lnTo>
                  <a:lnTo>
                    <a:pt x="8" y="34"/>
                  </a:lnTo>
                  <a:lnTo>
                    <a:pt x="11" y="30"/>
                  </a:lnTo>
                  <a:lnTo>
                    <a:pt x="15" y="26"/>
                  </a:lnTo>
                  <a:lnTo>
                    <a:pt x="19" y="23"/>
                  </a:lnTo>
                  <a:lnTo>
                    <a:pt x="29" y="19"/>
                  </a:lnTo>
                  <a:lnTo>
                    <a:pt x="40" y="16"/>
                  </a:lnTo>
                  <a:lnTo>
                    <a:pt x="51" y="16"/>
                  </a:lnTo>
                  <a:lnTo>
                    <a:pt x="62" y="18"/>
                  </a:lnTo>
                  <a:lnTo>
                    <a:pt x="62" y="18"/>
                  </a:lnTo>
                  <a:lnTo>
                    <a:pt x="68" y="19"/>
                  </a:lnTo>
                  <a:lnTo>
                    <a:pt x="75" y="19"/>
                  </a:lnTo>
                  <a:lnTo>
                    <a:pt x="80" y="18"/>
                  </a:lnTo>
                  <a:lnTo>
                    <a:pt x="86" y="15"/>
                  </a:lnTo>
                  <a:lnTo>
                    <a:pt x="86" y="15"/>
                  </a:lnTo>
                  <a:lnTo>
                    <a:pt x="97" y="9"/>
                  </a:lnTo>
                  <a:lnTo>
                    <a:pt x="109" y="4"/>
                  </a:lnTo>
                  <a:lnTo>
                    <a:pt x="120" y="1"/>
                  </a:lnTo>
                  <a:lnTo>
                    <a:pt x="131" y="0"/>
                  </a:lnTo>
                  <a:lnTo>
                    <a:pt x="143" y="1"/>
                  </a:lnTo>
                  <a:lnTo>
                    <a:pt x="154" y="4"/>
                  </a:lnTo>
                  <a:lnTo>
                    <a:pt x="166" y="9"/>
                  </a:lnTo>
                  <a:lnTo>
                    <a:pt x="177" y="15"/>
                  </a:lnTo>
                  <a:lnTo>
                    <a:pt x="177" y="15"/>
                  </a:lnTo>
                  <a:lnTo>
                    <a:pt x="182" y="19"/>
                  </a:lnTo>
                  <a:lnTo>
                    <a:pt x="188" y="20"/>
                  </a:lnTo>
                  <a:lnTo>
                    <a:pt x="193" y="19"/>
                  </a:lnTo>
                  <a:lnTo>
                    <a:pt x="200" y="15"/>
                  </a:lnTo>
                  <a:lnTo>
                    <a:pt x="200" y="15"/>
                  </a:lnTo>
                  <a:lnTo>
                    <a:pt x="214" y="8"/>
                  </a:lnTo>
                  <a:lnTo>
                    <a:pt x="228" y="2"/>
                  </a:lnTo>
                  <a:lnTo>
                    <a:pt x="235" y="1"/>
                  </a:lnTo>
                  <a:lnTo>
                    <a:pt x="242" y="0"/>
                  </a:lnTo>
                  <a:lnTo>
                    <a:pt x="249" y="0"/>
                  </a:lnTo>
                  <a:lnTo>
                    <a:pt x="255" y="1"/>
                  </a:lnTo>
                  <a:lnTo>
                    <a:pt x="261" y="2"/>
                  </a:lnTo>
                  <a:lnTo>
                    <a:pt x="268" y="4"/>
                  </a:lnTo>
                  <a:lnTo>
                    <a:pt x="282" y="10"/>
                  </a:lnTo>
                  <a:lnTo>
                    <a:pt x="295" y="20"/>
                  </a:lnTo>
                  <a:lnTo>
                    <a:pt x="310" y="31"/>
                  </a:lnTo>
                  <a:lnTo>
                    <a:pt x="310" y="31"/>
                  </a:lnTo>
                  <a:lnTo>
                    <a:pt x="312" y="35"/>
                  </a:lnTo>
                  <a:lnTo>
                    <a:pt x="314" y="41"/>
                  </a:lnTo>
                  <a:lnTo>
                    <a:pt x="314" y="46"/>
                  </a:lnTo>
                  <a:lnTo>
                    <a:pt x="313" y="51"/>
                  </a:lnTo>
                  <a:lnTo>
                    <a:pt x="313" y="51"/>
                  </a:lnTo>
                  <a:lnTo>
                    <a:pt x="309" y="63"/>
                  </a:lnTo>
                  <a:lnTo>
                    <a:pt x="303" y="74"/>
                  </a:lnTo>
                  <a:lnTo>
                    <a:pt x="292" y="95"/>
                  </a:lnTo>
                  <a:lnTo>
                    <a:pt x="292" y="95"/>
                  </a:lnTo>
                  <a:lnTo>
                    <a:pt x="287" y="102"/>
                  </a:lnTo>
                  <a:lnTo>
                    <a:pt x="282" y="105"/>
                  </a:lnTo>
                  <a:lnTo>
                    <a:pt x="280" y="106"/>
                  </a:lnTo>
                  <a:lnTo>
                    <a:pt x="276" y="106"/>
                  </a:lnTo>
                  <a:lnTo>
                    <a:pt x="273" y="106"/>
                  </a:lnTo>
                  <a:lnTo>
                    <a:pt x="271" y="104"/>
                  </a:lnTo>
                  <a:lnTo>
                    <a:pt x="271" y="104"/>
                  </a:lnTo>
                  <a:lnTo>
                    <a:pt x="268" y="99"/>
                  </a:lnTo>
                  <a:lnTo>
                    <a:pt x="266" y="94"/>
                  </a:lnTo>
                  <a:lnTo>
                    <a:pt x="265" y="88"/>
                  </a:lnTo>
                  <a:lnTo>
                    <a:pt x="266" y="83"/>
                  </a:lnTo>
                  <a:lnTo>
                    <a:pt x="266" y="83"/>
                  </a:lnTo>
                  <a:lnTo>
                    <a:pt x="270" y="74"/>
                  </a:lnTo>
                  <a:lnTo>
                    <a:pt x="274" y="65"/>
                  </a:lnTo>
                  <a:lnTo>
                    <a:pt x="282" y="49"/>
                  </a:lnTo>
                  <a:lnTo>
                    <a:pt x="282" y="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15D1DADF-047C-E620-3A75-EEF0FE806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5128" y="534353"/>
              <a:ext cx="68263" cy="155575"/>
            </a:xfrm>
            <a:custGeom>
              <a:avLst/>
              <a:gdLst>
                <a:gd name="T0" fmla="*/ 41 w 86"/>
                <a:gd name="T1" fmla="*/ 102 h 197"/>
                <a:gd name="T2" fmla="*/ 54 w 86"/>
                <a:gd name="T3" fmla="*/ 141 h 197"/>
                <a:gd name="T4" fmla="*/ 57 w 86"/>
                <a:gd name="T5" fmla="*/ 153 h 197"/>
                <a:gd name="T6" fmla="*/ 57 w 86"/>
                <a:gd name="T7" fmla="*/ 170 h 197"/>
                <a:gd name="T8" fmla="*/ 49 w 86"/>
                <a:gd name="T9" fmla="*/ 185 h 197"/>
                <a:gd name="T10" fmla="*/ 36 w 86"/>
                <a:gd name="T11" fmla="*/ 195 h 197"/>
                <a:gd name="T12" fmla="*/ 17 w 86"/>
                <a:gd name="T13" fmla="*/ 197 h 197"/>
                <a:gd name="T14" fmla="*/ 14 w 86"/>
                <a:gd name="T15" fmla="*/ 196 h 197"/>
                <a:gd name="T16" fmla="*/ 2 w 86"/>
                <a:gd name="T17" fmla="*/ 187 h 197"/>
                <a:gd name="T18" fmla="*/ 7 w 86"/>
                <a:gd name="T19" fmla="*/ 177 h 197"/>
                <a:gd name="T20" fmla="*/ 12 w 86"/>
                <a:gd name="T21" fmla="*/ 172 h 197"/>
                <a:gd name="T22" fmla="*/ 13 w 86"/>
                <a:gd name="T23" fmla="*/ 170 h 197"/>
                <a:gd name="T24" fmla="*/ 25 w 86"/>
                <a:gd name="T25" fmla="*/ 167 h 197"/>
                <a:gd name="T26" fmla="*/ 29 w 86"/>
                <a:gd name="T27" fmla="*/ 160 h 197"/>
                <a:gd name="T28" fmla="*/ 29 w 86"/>
                <a:gd name="T29" fmla="*/ 153 h 197"/>
                <a:gd name="T30" fmla="*/ 26 w 86"/>
                <a:gd name="T31" fmla="*/ 143 h 197"/>
                <a:gd name="T32" fmla="*/ 7 w 86"/>
                <a:gd name="T33" fmla="*/ 113 h 197"/>
                <a:gd name="T34" fmla="*/ 4 w 86"/>
                <a:gd name="T35" fmla="*/ 107 h 197"/>
                <a:gd name="T36" fmla="*/ 2 w 86"/>
                <a:gd name="T37" fmla="*/ 98 h 197"/>
                <a:gd name="T38" fmla="*/ 3 w 86"/>
                <a:gd name="T39" fmla="*/ 92 h 197"/>
                <a:gd name="T40" fmla="*/ 10 w 86"/>
                <a:gd name="T41" fmla="*/ 85 h 197"/>
                <a:gd name="T42" fmla="*/ 15 w 86"/>
                <a:gd name="T43" fmla="*/ 82 h 197"/>
                <a:gd name="T44" fmla="*/ 37 w 86"/>
                <a:gd name="T45" fmla="*/ 71 h 197"/>
                <a:gd name="T46" fmla="*/ 26 w 86"/>
                <a:gd name="T47" fmla="*/ 63 h 197"/>
                <a:gd name="T48" fmla="*/ 18 w 86"/>
                <a:gd name="T49" fmla="*/ 59 h 197"/>
                <a:gd name="T50" fmla="*/ 6 w 86"/>
                <a:gd name="T51" fmla="*/ 49 h 197"/>
                <a:gd name="T52" fmla="*/ 0 w 86"/>
                <a:gd name="T53" fmla="*/ 38 h 197"/>
                <a:gd name="T54" fmla="*/ 0 w 86"/>
                <a:gd name="T55" fmla="*/ 22 h 197"/>
                <a:gd name="T56" fmla="*/ 2 w 86"/>
                <a:gd name="T57" fmla="*/ 12 h 197"/>
                <a:gd name="T58" fmla="*/ 7 w 86"/>
                <a:gd name="T59" fmla="*/ 4 h 197"/>
                <a:gd name="T60" fmla="*/ 15 w 86"/>
                <a:gd name="T61" fmla="*/ 0 h 197"/>
                <a:gd name="T62" fmla="*/ 19 w 86"/>
                <a:gd name="T63" fmla="*/ 2 h 197"/>
                <a:gd name="T64" fmla="*/ 27 w 86"/>
                <a:gd name="T65" fmla="*/ 10 h 197"/>
                <a:gd name="T66" fmla="*/ 28 w 86"/>
                <a:gd name="T67" fmla="*/ 13 h 197"/>
                <a:gd name="T68" fmla="*/ 28 w 86"/>
                <a:gd name="T69" fmla="*/ 25 h 197"/>
                <a:gd name="T70" fmla="*/ 34 w 86"/>
                <a:gd name="T71" fmla="*/ 33 h 197"/>
                <a:gd name="T72" fmla="*/ 42 w 86"/>
                <a:gd name="T73" fmla="*/ 40 h 197"/>
                <a:gd name="T74" fmla="*/ 52 w 86"/>
                <a:gd name="T75" fmla="*/ 44 h 197"/>
                <a:gd name="T76" fmla="*/ 77 w 86"/>
                <a:gd name="T77" fmla="*/ 56 h 197"/>
                <a:gd name="T78" fmla="*/ 82 w 86"/>
                <a:gd name="T79" fmla="*/ 60 h 197"/>
                <a:gd name="T80" fmla="*/ 86 w 86"/>
                <a:gd name="T81" fmla="*/ 66 h 197"/>
                <a:gd name="T82" fmla="*/ 86 w 86"/>
                <a:gd name="T83" fmla="*/ 74 h 197"/>
                <a:gd name="T84" fmla="*/ 80 w 86"/>
                <a:gd name="T85" fmla="*/ 81 h 197"/>
                <a:gd name="T86" fmla="*/ 77 w 86"/>
                <a:gd name="T87" fmla="*/ 83 h 197"/>
                <a:gd name="T88" fmla="*/ 41 w 86"/>
                <a:gd name="T89" fmla="*/ 102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6" h="197">
                  <a:moveTo>
                    <a:pt x="41" y="102"/>
                  </a:moveTo>
                  <a:lnTo>
                    <a:pt x="41" y="102"/>
                  </a:lnTo>
                  <a:lnTo>
                    <a:pt x="51" y="128"/>
                  </a:lnTo>
                  <a:lnTo>
                    <a:pt x="54" y="141"/>
                  </a:lnTo>
                  <a:lnTo>
                    <a:pt x="57" y="153"/>
                  </a:lnTo>
                  <a:lnTo>
                    <a:pt x="57" y="153"/>
                  </a:lnTo>
                  <a:lnTo>
                    <a:pt x="58" y="162"/>
                  </a:lnTo>
                  <a:lnTo>
                    <a:pt x="57" y="170"/>
                  </a:lnTo>
                  <a:lnTo>
                    <a:pt x="54" y="178"/>
                  </a:lnTo>
                  <a:lnTo>
                    <a:pt x="49" y="185"/>
                  </a:lnTo>
                  <a:lnTo>
                    <a:pt x="43" y="190"/>
                  </a:lnTo>
                  <a:lnTo>
                    <a:pt x="36" y="195"/>
                  </a:lnTo>
                  <a:lnTo>
                    <a:pt x="27" y="197"/>
                  </a:lnTo>
                  <a:lnTo>
                    <a:pt x="17" y="197"/>
                  </a:lnTo>
                  <a:lnTo>
                    <a:pt x="17" y="197"/>
                  </a:lnTo>
                  <a:lnTo>
                    <a:pt x="14" y="196"/>
                  </a:lnTo>
                  <a:lnTo>
                    <a:pt x="10" y="194"/>
                  </a:lnTo>
                  <a:lnTo>
                    <a:pt x="2" y="187"/>
                  </a:lnTo>
                  <a:lnTo>
                    <a:pt x="2" y="187"/>
                  </a:lnTo>
                  <a:lnTo>
                    <a:pt x="7" y="177"/>
                  </a:lnTo>
                  <a:lnTo>
                    <a:pt x="11" y="173"/>
                  </a:lnTo>
                  <a:lnTo>
                    <a:pt x="12" y="172"/>
                  </a:lnTo>
                  <a:lnTo>
                    <a:pt x="13" y="170"/>
                  </a:lnTo>
                  <a:lnTo>
                    <a:pt x="13" y="170"/>
                  </a:lnTo>
                  <a:lnTo>
                    <a:pt x="21" y="169"/>
                  </a:lnTo>
                  <a:lnTo>
                    <a:pt x="25" y="167"/>
                  </a:lnTo>
                  <a:lnTo>
                    <a:pt x="28" y="164"/>
                  </a:lnTo>
                  <a:lnTo>
                    <a:pt x="29" y="160"/>
                  </a:lnTo>
                  <a:lnTo>
                    <a:pt x="31" y="157"/>
                  </a:lnTo>
                  <a:lnTo>
                    <a:pt x="29" y="153"/>
                  </a:lnTo>
                  <a:lnTo>
                    <a:pt x="26" y="143"/>
                  </a:lnTo>
                  <a:lnTo>
                    <a:pt x="26" y="143"/>
                  </a:lnTo>
                  <a:lnTo>
                    <a:pt x="17" y="127"/>
                  </a:lnTo>
                  <a:lnTo>
                    <a:pt x="7" y="113"/>
                  </a:lnTo>
                  <a:lnTo>
                    <a:pt x="7" y="113"/>
                  </a:lnTo>
                  <a:lnTo>
                    <a:pt x="4" y="107"/>
                  </a:lnTo>
                  <a:lnTo>
                    <a:pt x="3" y="103"/>
                  </a:lnTo>
                  <a:lnTo>
                    <a:pt x="2" y="98"/>
                  </a:lnTo>
                  <a:lnTo>
                    <a:pt x="2" y="95"/>
                  </a:lnTo>
                  <a:lnTo>
                    <a:pt x="3" y="92"/>
                  </a:lnTo>
                  <a:lnTo>
                    <a:pt x="6" y="88"/>
                  </a:lnTo>
                  <a:lnTo>
                    <a:pt x="10" y="85"/>
                  </a:lnTo>
                  <a:lnTo>
                    <a:pt x="15" y="82"/>
                  </a:lnTo>
                  <a:lnTo>
                    <a:pt x="15" y="82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32" y="66"/>
                  </a:lnTo>
                  <a:lnTo>
                    <a:pt x="26" y="63"/>
                  </a:lnTo>
                  <a:lnTo>
                    <a:pt x="26" y="63"/>
                  </a:lnTo>
                  <a:lnTo>
                    <a:pt x="18" y="59"/>
                  </a:lnTo>
                  <a:lnTo>
                    <a:pt x="11" y="54"/>
                  </a:lnTo>
                  <a:lnTo>
                    <a:pt x="6" y="49"/>
                  </a:lnTo>
                  <a:lnTo>
                    <a:pt x="2" y="43"/>
                  </a:lnTo>
                  <a:lnTo>
                    <a:pt x="0" y="38"/>
                  </a:lnTo>
                  <a:lnTo>
                    <a:pt x="0" y="30"/>
                  </a:lnTo>
                  <a:lnTo>
                    <a:pt x="0" y="22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4" y="9"/>
                  </a:lnTo>
                  <a:lnTo>
                    <a:pt x="7" y="4"/>
                  </a:lnTo>
                  <a:lnTo>
                    <a:pt x="12" y="1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9" y="2"/>
                  </a:lnTo>
                  <a:lnTo>
                    <a:pt x="24" y="5"/>
                  </a:lnTo>
                  <a:lnTo>
                    <a:pt x="27" y="10"/>
                  </a:lnTo>
                  <a:lnTo>
                    <a:pt x="28" y="13"/>
                  </a:lnTo>
                  <a:lnTo>
                    <a:pt x="28" y="13"/>
                  </a:lnTo>
                  <a:lnTo>
                    <a:pt x="28" y="20"/>
                  </a:lnTo>
                  <a:lnTo>
                    <a:pt x="28" y="25"/>
                  </a:lnTo>
                  <a:lnTo>
                    <a:pt x="31" y="30"/>
                  </a:lnTo>
                  <a:lnTo>
                    <a:pt x="34" y="33"/>
                  </a:lnTo>
                  <a:lnTo>
                    <a:pt x="37" y="36"/>
                  </a:lnTo>
                  <a:lnTo>
                    <a:pt x="42" y="40"/>
                  </a:lnTo>
                  <a:lnTo>
                    <a:pt x="52" y="44"/>
                  </a:lnTo>
                  <a:lnTo>
                    <a:pt x="52" y="44"/>
                  </a:lnTo>
                  <a:lnTo>
                    <a:pt x="65" y="50"/>
                  </a:lnTo>
                  <a:lnTo>
                    <a:pt x="77" y="56"/>
                  </a:lnTo>
                  <a:lnTo>
                    <a:pt x="77" y="56"/>
                  </a:lnTo>
                  <a:lnTo>
                    <a:pt x="82" y="60"/>
                  </a:lnTo>
                  <a:lnTo>
                    <a:pt x="84" y="63"/>
                  </a:lnTo>
                  <a:lnTo>
                    <a:pt x="86" y="66"/>
                  </a:lnTo>
                  <a:lnTo>
                    <a:pt x="86" y="70"/>
                  </a:lnTo>
                  <a:lnTo>
                    <a:pt x="86" y="74"/>
                  </a:lnTo>
                  <a:lnTo>
                    <a:pt x="84" y="77"/>
                  </a:lnTo>
                  <a:lnTo>
                    <a:pt x="80" y="81"/>
                  </a:lnTo>
                  <a:lnTo>
                    <a:pt x="77" y="83"/>
                  </a:lnTo>
                  <a:lnTo>
                    <a:pt x="77" y="83"/>
                  </a:lnTo>
                  <a:lnTo>
                    <a:pt x="58" y="93"/>
                  </a:lnTo>
                  <a:lnTo>
                    <a:pt x="41" y="102"/>
                  </a:lnTo>
                  <a:lnTo>
                    <a:pt x="41" y="1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DA0FA833-934A-BBFC-6E8C-7F7195D0A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791" y="1274128"/>
              <a:ext cx="185738" cy="22225"/>
            </a:xfrm>
            <a:custGeom>
              <a:avLst/>
              <a:gdLst>
                <a:gd name="T0" fmla="*/ 0 w 234"/>
                <a:gd name="T1" fmla="*/ 28 h 28"/>
                <a:gd name="T2" fmla="*/ 0 w 234"/>
                <a:gd name="T3" fmla="*/ 28 h 28"/>
                <a:gd name="T4" fmla="*/ 0 w 234"/>
                <a:gd name="T5" fmla="*/ 0 h 28"/>
                <a:gd name="T6" fmla="*/ 0 w 234"/>
                <a:gd name="T7" fmla="*/ 0 h 28"/>
                <a:gd name="T8" fmla="*/ 118 w 234"/>
                <a:gd name="T9" fmla="*/ 0 h 28"/>
                <a:gd name="T10" fmla="*/ 118 w 234"/>
                <a:gd name="T11" fmla="*/ 0 h 28"/>
                <a:gd name="T12" fmla="*/ 148 w 234"/>
                <a:gd name="T13" fmla="*/ 1 h 28"/>
                <a:gd name="T14" fmla="*/ 164 w 234"/>
                <a:gd name="T15" fmla="*/ 1 h 28"/>
                <a:gd name="T16" fmla="*/ 178 w 234"/>
                <a:gd name="T17" fmla="*/ 0 h 28"/>
                <a:gd name="T18" fmla="*/ 178 w 234"/>
                <a:gd name="T19" fmla="*/ 0 h 28"/>
                <a:gd name="T20" fmla="*/ 187 w 234"/>
                <a:gd name="T21" fmla="*/ 0 h 28"/>
                <a:gd name="T22" fmla="*/ 195 w 234"/>
                <a:gd name="T23" fmla="*/ 0 h 28"/>
                <a:gd name="T24" fmla="*/ 203 w 234"/>
                <a:gd name="T25" fmla="*/ 3 h 28"/>
                <a:gd name="T26" fmla="*/ 210 w 234"/>
                <a:gd name="T27" fmla="*/ 5 h 28"/>
                <a:gd name="T28" fmla="*/ 216 w 234"/>
                <a:gd name="T29" fmla="*/ 9 h 28"/>
                <a:gd name="T30" fmla="*/ 222 w 234"/>
                <a:gd name="T31" fmla="*/ 15 h 28"/>
                <a:gd name="T32" fmla="*/ 228 w 234"/>
                <a:gd name="T33" fmla="*/ 20 h 28"/>
                <a:gd name="T34" fmla="*/ 234 w 234"/>
                <a:gd name="T35" fmla="*/ 28 h 28"/>
                <a:gd name="T36" fmla="*/ 234 w 234"/>
                <a:gd name="T37" fmla="*/ 28 h 28"/>
                <a:gd name="T38" fmla="*/ 0 w 234"/>
                <a:gd name="T39" fmla="*/ 28 h 28"/>
                <a:gd name="T40" fmla="*/ 0 w 234"/>
                <a:gd name="T4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4" h="28">
                  <a:moveTo>
                    <a:pt x="0" y="28"/>
                  </a:moveTo>
                  <a:lnTo>
                    <a:pt x="0" y="28"/>
                  </a:lnTo>
                  <a:lnTo>
                    <a:pt x="0" y="0"/>
                  </a:lnTo>
                  <a:lnTo>
                    <a:pt x="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48" y="1"/>
                  </a:lnTo>
                  <a:lnTo>
                    <a:pt x="164" y="1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87" y="0"/>
                  </a:lnTo>
                  <a:lnTo>
                    <a:pt x="195" y="0"/>
                  </a:lnTo>
                  <a:lnTo>
                    <a:pt x="203" y="3"/>
                  </a:lnTo>
                  <a:lnTo>
                    <a:pt x="210" y="5"/>
                  </a:lnTo>
                  <a:lnTo>
                    <a:pt x="216" y="9"/>
                  </a:lnTo>
                  <a:lnTo>
                    <a:pt x="222" y="15"/>
                  </a:lnTo>
                  <a:lnTo>
                    <a:pt x="228" y="20"/>
                  </a:lnTo>
                  <a:lnTo>
                    <a:pt x="234" y="28"/>
                  </a:lnTo>
                  <a:lnTo>
                    <a:pt x="234" y="28"/>
                  </a:lnTo>
                  <a:lnTo>
                    <a:pt x="0" y="28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4BB531EC-97B2-269E-1D59-FDF937978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791" y="1320165"/>
              <a:ext cx="185738" cy="22225"/>
            </a:xfrm>
            <a:custGeom>
              <a:avLst/>
              <a:gdLst>
                <a:gd name="T0" fmla="*/ 234 w 234"/>
                <a:gd name="T1" fmla="*/ 0 h 29"/>
                <a:gd name="T2" fmla="*/ 234 w 234"/>
                <a:gd name="T3" fmla="*/ 0 h 29"/>
                <a:gd name="T4" fmla="*/ 228 w 234"/>
                <a:gd name="T5" fmla="*/ 8 h 29"/>
                <a:gd name="T6" fmla="*/ 222 w 234"/>
                <a:gd name="T7" fmla="*/ 13 h 29"/>
                <a:gd name="T8" fmla="*/ 217 w 234"/>
                <a:gd name="T9" fmla="*/ 18 h 29"/>
                <a:gd name="T10" fmla="*/ 211 w 234"/>
                <a:gd name="T11" fmla="*/ 22 h 29"/>
                <a:gd name="T12" fmla="*/ 205 w 234"/>
                <a:gd name="T13" fmla="*/ 25 h 29"/>
                <a:gd name="T14" fmla="*/ 197 w 234"/>
                <a:gd name="T15" fmla="*/ 28 h 29"/>
                <a:gd name="T16" fmla="*/ 189 w 234"/>
                <a:gd name="T17" fmla="*/ 29 h 29"/>
                <a:gd name="T18" fmla="*/ 180 w 234"/>
                <a:gd name="T19" fmla="*/ 29 h 29"/>
                <a:gd name="T20" fmla="*/ 180 w 234"/>
                <a:gd name="T21" fmla="*/ 29 h 29"/>
                <a:gd name="T22" fmla="*/ 135 w 234"/>
                <a:gd name="T23" fmla="*/ 28 h 29"/>
                <a:gd name="T24" fmla="*/ 89 w 234"/>
                <a:gd name="T25" fmla="*/ 28 h 29"/>
                <a:gd name="T26" fmla="*/ 0 w 234"/>
                <a:gd name="T27" fmla="*/ 28 h 29"/>
                <a:gd name="T28" fmla="*/ 0 w 234"/>
                <a:gd name="T29" fmla="*/ 28 h 29"/>
                <a:gd name="T30" fmla="*/ 0 w 234"/>
                <a:gd name="T31" fmla="*/ 0 h 29"/>
                <a:gd name="T32" fmla="*/ 0 w 234"/>
                <a:gd name="T33" fmla="*/ 0 h 29"/>
                <a:gd name="T34" fmla="*/ 234 w 234"/>
                <a:gd name="T35" fmla="*/ 0 h 29"/>
                <a:gd name="T36" fmla="*/ 234 w 234"/>
                <a:gd name="T3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4" h="29">
                  <a:moveTo>
                    <a:pt x="234" y="0"/>
                  </a:moveTo>
                  <a:lnTo>
                    <a:pt x="234" y="0"/>
                  </a:lnTo>
                  <a:lnTo>
                    <a:pt x="228" y="8"/>
                  </a:lnTo>
                  <a:lnTo>
                    <a:pt x="222" y="13"/>
                  </a:lnTo>
                  <a:lnTo>
                    <a:pt x="217" y="18"/>
                  </a:lnTo>
                  <a:lnTo>
                    <a:pt x="211" y="22"/>
                  </a:lnTo>
                  <a:lnTo>
                    <a:pt x="205" y="25"/>
                  </a:lnTo>
                  <a:lnTo>
                    <a:pt x="197" y="28"/>
                  </a:lnTo>
                  <a:lnTo>
                    <a:pt x="189" y="29"/>
                  </a:lnTo>
                  <a:lnTo>
                    <a:pt x="180" y="29"/>
                  </a:lnTo>
                  <a:lnTo>
                    <a:pt x="180" y="29"/>
                  </a:lnTo>
                  <a:lnTo>
                    <a:pt x="135" y="28"/>
                  </a:lnTo>
                  <a:lnTo>
                    <a:pt x="89" y="28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4" y="0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7F78FFFC-2D11-CF67-2D40-5DA813676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066" y="1275715"/>
              <a:ext cx="66675" cy="66675"/>
            </a:xfrm>
            <a:custGeom>
              <a:avLst/>
              <a:gdLst>
                <a:gd name="T0" fmla="*/ 41 w 84"/>
                <a:gd name="T1" fmla="*/ 0 h 85"/>
                <a:gd name="T2" fmla="*/ 41 w 84"/>
                <a:gd name="T3" fmla="*/ 0 h 85"/>
                <a:gd name="T4" fmla="*/ 49 w 84"/>
                <a:gd name="T5" fmla="*/ 2 h 85"/>
                <a:gd name="T6" fmla="*/ 57 w 84"/>
                <a:gd name="T7" fmla="*/ 4 h 85"/>
                <a:gd name="T8" fmla="*/ 63 w 84"/>
                <a:gd name="T9" fmla="*/ 7 h 85"/>
                <a:gd name="T10" fmla="*/ 70 w 84"/>
                <a:gd name="T11" fmla="*/ 13 h 85"/>
                <a:gd name="T12" fmla="*/ 76 w 84"/>
                <a:gd name="T13" fmla="*/ 18 h 85"/>
                <a:gd name="T14" fmla="*/ 80 w 84"/>
                <a:gd name="T15" fmla="*/ 26 h 85"/>
                <a:gd name="T16" fmla="*/ 83 w 84"/>
                <a:gd name="T17" fmla="*/ 34 h 85"/>
                <a:gd name="T18" fmla="*/ 84 w 84"/>
                <a:gd name="T19" fmla="*/ 41 h 85"/>
                <a:gd name="T20" fmla="*/ 84 w 84"/>
                <a:gd name="T21" fmla="*/ 41 h 85"/>
                <a:gd name="T22" fmla="*/ 83 w 84"/>
                <a:gd name="T23" fmla="*/ 49 h 85"/>
                <a:gd name="T24" fmla="*/ 81 w 84"/>
                <a:gd name="T25" fmla="*/ 57 h 85"/>
                <a:gd name="T26" fmla="*/ 77 w 84"/>
                <a:gd name="T27" fmla="*/ 65 h 85"/>
                <a:gd name="T28" fmla="*/ 71 w 84"/>
                <a:gd name="T29" fmla="*/ 71 h 85"/>
                <a:gd name="T30" fmla="*/ 66 w 84"/>
                <a:gd name="T31" fmla="*/ 77 h 85"/>
                <a:gd name="T32" fmla="*/ 58 w 84"/>
                <a:gd name="T33" fmla="*/ 81 h 85"/>
                <a:gd name="T34" fmla="*/ 50 w 84"/>
                <a:gd name="T35" fmla="*/ 84 h 85"/>
                <a:gd name="T36" fmla="*/ 42 w 84"/>
                <a:gd name="T37" fmla="*/ 85 h 85"/>
                <a:gd name="T38" fmla="*/ 42 w 84"/>
                <a:gd name="T39" fmla="*/ 85 h 85"/>
                <a:gd name="T40" fmla="*/ 33 w 84"/>
                <a:gd name="T41" fmla="*/ 84 h 85"/>
                <a:gd name="T42" fmla="*/ 26 w 84"/>
                <a:gd name="T43" fmla="*/ 81 h 85"/>
                <a:gd name="T44" fmla="*/ 19 w 84"/>
                <a:gd name="T45" fmla="*/ 77 h 85"/>
                <a:gd name="T46" fmla="*/ 12 w 84"/>
                <a:gd name="T47" fmla="*/ 71 h 85"/>
                <a:gd name="T48" fmla="*/ 8 w 84"/>
                <a:gd name="T49" fmla="*/ 66 h 85"/>
                <a:gd name="T50" fmla="*/ 4 w 84"/>
                <a:gd name="T51" fmla="*/ 58 h 85"/>
                <a:gd name="T52" fmla="*/ 1 w 84"/>
                <a:gd name="T53" fmla="*/ 50 h 85"/>
                <a:gd name="T54" fmla="*/ 0 w 84"/>
                <a:gd name="T55" fmla="*/ 43 h 85"/>
                <a:gd name="T56" fmla="*/ 0 w 84"/>
                <a:gd name="T57" fmla="*/ 43 h 85"/>
                <a:gd name="T58" fmla="*/ 0 w 84"/>
                <a:gd name="T59" fmla="*/ 35 h 85"/>
                <a:gd name="T60" fmla="*/ 4 w 84"/>
                <a:gd name="T61" fmla="*/ 27 h 85"/>
                <a:gd name="T62" fmla="*/ 7 w 84"/>
                <a:gd name="T63" fmla="*/ 20 h 85"/>
                <a:gd name="T64" fmla="*/ 12 w 84"/>
                <a:gd name="T65" fmla="*/ 14 h 85"/>
                <a:gd name="T66" fmla="*/ 18 w 84"/>
                <a:gd name="T67" fmla="*/ 8 h 85"/>
                <a:gd name="T68" fmla="*/ 26 w 84"/>
                <a:gd name="T69" fmla="*/ 4 h 85"/>
                <a:gd name="T70" fmla="*/ 33 w 84"/>
                <a:gd name="T71" fmla="*/ 2 h 85"/>
                <a:gd name="T72" fmla="*/ 41 w 84"/>
                <a:gd name="T73" fmla="*/ 0 h 85"/>
                <a:gd name="T74" fmla="*/ 41 w 84"/>
                <a:gd name="T7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4" h="85">
                  <a:moveTo>
                    <a:pt x="41" y="0"/>
                  </a:moveTo>
                  <a:lnTo>
                    <a:pt x="41" y="0"/>
                  </a:lnTo>
                  <a:lnTo>
                    <a:pt x="49" y="2"/>
                  </a:lnTo>
                  <a:lnTo>
                    <a:pt x="57" y="4"/>
                  </a:lnTo>
                  <a:lnTo>
                    <a:pt x="63" y="7"/>
                  </a:lnTo>
                  <a:lnTo>
                    <a:pt x="70" y="13"/>
                  </a:lnTo>
                  <a:lnTo>
                    <a:pt x="76" y="18"/>
                  </a:lnTo>
                  <a:lnTo>
                    <a:pt x="80" y="26"/>
                  </a:lnTo>
                  <a:lnTo>
                    <a:pt x="83" y="34"/>
                  </a:lnTo>
                  <a:lnTo>
                    <a:pt x="84" y="41"/>
                  </a:lnTo>
                  <a:lnTo>
                    <a:pt x="84" y="41"/>
                  </a:lnTo>
                  <a:lnTo>
                    <a:pt x="83" y="49"/>
                  </a:lnTo>
                  <a:lnTo>
                    <a:pt x="81" y="57"/>
                  </a:lnTo>
                  <a:lnTo>
                    <a:pt x="77" y="65"/>
                  </a:lnTo>
                  <a:lnTo>
                    <a:pt x="71" y="71"/>
                  </a:lnTo>
                  <a:lnTo>
                    <a:pt x="66" y="77"/>
                  </a:lnTo>
                  <a:lnTo>
                    <a:pt x="58" y="81"/>
                  </a:lnTo>
                  <a:lnTo>
                    <a:pt x="50" y="84"/>
                  </a:lnTo>
                  <a:lnTo>
                    <a:pt x="42" y="85"/>
                  </a:lnTo>
                  <a:lnTo>
                    <a:pt x="42" y="85"/>
                  </a:lnTo>
                  <a:lnTo>
                    <a:pt x="33" y="84"/>
                  </a:lnTo>
                  <a:lnTo>
                    <a:pt x="26" y="81"/>
                  </a:lnTo>
                  <a:lnTo>
                    <a:pt x="19" y="77"/>
                  </a:lnTo>
                  <a:lnTo>
                    <a:pt x="12" y="71"/>
                  </a:lnTo>
                  <a:lnTo>
                    <a:pt x="8" y="66"/>
                  </a:lnTo>
                  <a:lnTo>
                    <a:pt x="4" y="58"/>
                  </a:lnTo>
                  <a:lnTo>
                    <a:pt x="1" y="5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5"/>
                  </a:lnTo>
                  <a:lnTo>
                    <a:pt x="4" y="27"/>
                  </a:lnTo>
                  <a:lnTo>
                    <a:pt x="7" y="20"/>
                  </a:lnTo>
                  <a:lnTo>
                    <a:pt x="12" y="14"/>
                  </a:lnTo>
                  <a:lnTo>
                    <a:pt x="18" y="8"/>
                  </a:lnTo>
                  <a:lnTo>
                    <a:pt x="26" y="4"/>
                  </a:lnTo>
                  <a:lnTo>
                    <a:pt x="33" y="2"/>
                  </a:lnTo>
                  <a:lnTo>
                    <a:pt x="41" y="0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037966E-D485-2675-E7F1-33E4077B5A53}"/>
                </a:ext>
              </a:extLst>
            </p:cNvPr>
            <p:cNvSpPr/>
            <p:nvPr/>
          </p:nvSpPr>
          <p:spPr>
            <a:xfrm>
              <a:off x="1373051" y="1575118"/>
              <a:ext cx="156466" cy="2587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6BF7630B-D8DA-48E7-968B-A7C3E19F468E}"/>
              </a:ext>
            </a:extLst>
          </p:cNvPr>
          <p:cNvGrpSpPr/>
          <p:nvPr/>
        </p:nvGrpSpPr>
        <p:grpSpPr>
          <a:xfrm>
            <a:off x="452851" y="-1310607"/>
            <a:ext cx="2140680" cy="1190546"/>
            <a:chOff x="251263" y="181070"/>
            <a:chExt cx="11687422" cy="6500001"/>
          </a:xfrm>
        </p:grpSpPr>
        <p:sp>
          <p:nvSpPr>
            <p:cNvPr id="1096" name="Rectangle 1095">
              <a:extLst>
                <a:ext uri="{FF2B5EF4-FFF2-40B4-BE49-F238E27FC236}">
                  <a16:creationId xmlns:a16="http://schemas.microsoft.com/office/drawing/2014/main" id="{95E4C2E9-C359-02BE-7626-ADFD7351D8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9385" y="5188015"/>
              <a:ext cx="1493056" cy="1493056"/>
            </a:xfrm>
            <a:prstGeom prst="rect">
              <a:avLst/>
            </a:prstGeom>
            <a:solidFill>
              <a:srgbClr val="FCAC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7" name="Rectangle 1096">
              <a:extLst>
                <a:ext uri="{FF2B5EF4-FFF2-40B4-BE49-F238E27FC236}">
                  <a16:creationId xmlns:a16="http://schemas.microsoft.com/office/drawing/2014/main" id="{B2D020AF-CF7B-EF22-69AC-761FA030FB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8446" y="5188015"/>
              <a:ext cx="1493056" cy="1493056"/>
            </a:xfrm>
            <a:prstGeom prst="rect">
              <a:avLst/>
            </a:prstGeom>
            <a:solidFill>
              <a:srgbClr val="F9C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8" name="Rectangle 1097">
              <a:extLst>
                <a:ext uri="{FF2B5EF4-FFF2-40B4-BE49-F238E27FC236}">
                  <a16:creationId xmlns:a16="http://schemas.microsoft.com/office/drawing/2014/main" id="{10DC69C7-DAF1-76EA-51C4-96337245F3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47507" y="5188015"/>
              <a:ext cx="1493056" cy="1493056"/>
            </a:xfrm>
            <a:prstGeom prst="rect">
              <a:avLst/>
            </a:prstGeom>
            <a:solidFill>
              <a:srgbClr val="EDE3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9" name="Rectangle 1098">
              <a:extLst>
                <a:ext uri="{FF2B5EF4-FFF2-40B4-BE49-F238E27FC236}">
                  <a16:creationId xmlns:a16="http://schemas.microsoft.com/office/drawing/2014/main" id="{14E08911-5BB1-6D46-0BD5-712689154A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6568" y="5188015"/>
              <a:ext cx="1493056" cy="1493056"/>
            </a:xfrm>
            <a:prstGeom prst="rect">
              <a:avLst/>
            </a:prstGeom>
            <a:solidFill>
              <a:srgbClr val="DAE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0" name="Rectangle 1099">
              <a:extLst>
                <a:ext uri="{FF2B5EF4-FFF2-40B4-BE49-F238E27FC236}">
                  <a16:creationId xmlns:a16="http://schemas.microsoft.com/office/drawing/2014/main" id="{B9C7E904-8710-BF1B-8535-35F8C85D81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629" y="5188015"/>
              <a:ext cx="1493056" cy="1493056"/>
            </a:xfrm>
            <a:prstGeom prst="rect">
              <a:avLst/>
            </a:prstGeom>
            <a:solidFill>
              <a:srgbClr val="A9D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D4573B04-63C3-C8CA-F17D-41BF3340BF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324" y="5188015"/>
              <a:ext cx="1493056" cy="1493056"/>
            </a:xfrm>
            <a:prstGeom prst="rect">
              <a:avLst/>
            </a:prstGeom>
            <a:solidFill>
              <a:srgbClr val="1DAACC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EFE24422-93DA-970E-3914-61F51A5F5B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263" y="5188015"/>
              <a:ext cx="1493056" cy="1493056"/>
            </a:xfrm>
            <a:prstGeom prst="rect">
              <a:avLst/>
            </a:prstGeom>
            <a:solidFill>
              <a:srgbClr val="6D41BD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32A16074-DE7D-EE5D-1F4D-DCE2339AE0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9385" y="3519034"/>
              <a:ext cx="1493056" cy="1493056"/>
            </a:xfrm>
            <a:prstGeom prst="rect">
              <a:avLst/>
            </a:prstGeom>
            <a:solidFill>
              <a:srgbClr val="FB7B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98F8E0E0-27BD-F028-615C-4C4B853E8C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8446" y="3519034"/>
              <a:ext cx="1493056" cy="1493056"/>
            </a:xfrm>
            <a:prstGeom prst="rect">
              <a:avLst/>
            </a:prstGeom>
            <a:solidFill>
              <a:srgbClr val="F69C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5" name="Rectangle 1104">
              <a:extLst>
                <a:ext uri="{FF2B5EF4-FFF2-40B4-BE49-F238E27FC236}">
                  <a16:creationId xmlns:a16="http://schemas.microsoft.com/office/drawing/2014/main" id="{DA6E7955-0940-7224-FC30-37F8FE211D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47507" y="3519034"/>
              <a:ext cx="1493056" cy="1493056"/>
            </a:xfrm>
            <a:prstGeom prst="rect">
              <a:avLst/>
            </a:prstGeom>
            <a:solidFill>
              <a:srgbClr val="E1D0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6" name="Rectangle 1105">
              <a:extLst>
                <a:ext uri="{FF2B5EF4-FFF2-40B4-BE49-F238E27FC236}">
                  <a16:creationId xmlns:a16="http://schemas.microsoft.com/office/drawing/2014/main" id="{1AD32A77-443C-34C8-5F48-727AA411ED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6568" y="3519034"/>
              <a:ext cx="1493056" cy="1493056"/>
            </a:xfrm>
            <a:prstGeom prst="rect">
              <a:avLst/>
            </a:prstGeom>
            <a:solidFill>
              <a:srgbClr val="C6D5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7" name="Rectangle 1106">
              <a:extLst>
                <a:ext uri="{FF2B5EF4-FFF2-40B4-BE49-F238E27FC236}">
                  <a16:creationId xmlns:a16="http://schemas.microsoft.com/office/drawing/2014/main" id="{EF0B642E-AA7E-2D5F-EBBC-8316CB772B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629" y="3519034"/>
              <a:ext cx="1493056" cy="1493056"/>
            </a:xfrm>
            <a:prstGeom prst="rect">
              <a:avLst/>
            </a:prstGeom>
            <a:solidFill>
              <a:srgbClr val="6ABB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8" name="Rectangle 1107">
              <a:extLst>
                <a:ext uri="{FF2B5EF4-FFF2-40B4-BE49-F238E27FC236}">
                  <a16:creationId xmlns:a16="http://schemas.microsoft.com/office/drawing/2014/main" id="{EF6FE645-4405-8459-E1F0-D75360ED63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50324" y="3519034"/>
              <a:ext cx="1493056" cy="1493056"/>
            </a:xfrm>
            <a:prstGeom prst="rect">
              <a:avLst/>
            </a:prstGeom>
            <a:solidFill>
              <a:srgbClr val="1DAAC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9" name="Rectangle 1108">
              <a:extLst>
                <a:ext uri="{FF2B5EF4-FFF2-40B4-BE49-F238E27FC236}">
                  <a16:creationId xmlns:a16="http://schemas.microsoft.com/office/drawing/2014/main" id="{A6DA37B8-5017-87B2-BB44-4610E1F6D2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263" y="3519034"/>
              <a:ext cx="1493056" cy="1493056"/>
            </a:xfrm>
            <a:prstGeom prst="rect">
              <a:avLst/>
            </a:prstGeom>
            <a:solidFill>
              <a:srgbClr val="6D41BD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0" name="Rectangle 1109">
              <a:extLst>
                <a:ext uri="{FF2B5EF4-FFF2-40B4-BE49-F238E27FC236}">
                  <a16:creationId xmlns:a16="http://schemas.microsoft.com/office/drawing/2014/main" id="{ABD9FFFB-A334-0912-AD75-71B937F2E5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4515" y="181070"/>
              <a:ext cx="1463071" cy="1463071"/>
            </a:xfrm>
            <a:prstGeom prst="rect">
              <a:avLst/>
            </a:prstGeom>
            <a:solidFill>
              <a:srgbClr val="B712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1" name="Rectangle 1110">
              <a:extLst>
                <a:ext uri="{FF2B5EF4-FFF2-40B4-BE49-F238E27FC236}">
                  <a16:creationId xmlns:a16="http://schemas.microsoft.com/office/drawing/2014/main" id="{6015DC27-D417-83F0-EE90-B6D70DE869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4539" y="181070"/>
              <a:ext cx="1463071" cy="1463071"/>
            </a:xfrm>
            <a:prstGeom prst="rect">
              <a:avLst/>
            </a:prstGeom>
            <a:solidFill>
              <a:srgbClr val="C75C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2" name="Rectangle 1111">
              <a:extLst>
                <a:ext uri="{FF2B5EF4-FFF2-40B4-BE49-F238E27FC236}">
                  <a16:creationId xmlns:a16="http://schemas.microsoft.com/office/drawing/2014/main" id="{6B8DEBDC-8406-A515-27EB-1FCB742F54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4563" y="181070"/>
              <a:ext cx="1463071" cy="1463071"/>
            </a:xfrm>
            <a:prstGeom prst="rect">
              <a:avLst/>
            </a:prstGeom>
            <a:solidFill>
              <a:srgbClr val="9C8D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3" name="Rectangle 1112">
              <a:extLst>
                <a:ext uri="{FF2B5EF4-FFF2-40B4-BE49-F238E27FC236}">
                  <a16:creationId xmlns:a16="http://schemas.microsoft.com/office/drawing/2014/main" id="{C5318C39-EA69-0044-F9AE-A581189F38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74587" y="181070"/>
              <a:ext cx="1463071" cy="1463071"/>
            </a:xfrm>
            <a:prstGeom prst="rect">
              <a:avLst/>
            </a:prstGeom>
            <a:solidFill>
              <a:srgbClr val="5B64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4" name="Rectangle 1113">
              <a:extLst>
                <a:ext uri="{FF2B5EF4-FFF2-40B4-BE49-F238E27FC236}">
                  <a16:creationId xmlns:a16="http://schemas.microsoft.com/office/drawing/2014/main" id="{45676024-459D-FE55-B4B3-B730D14BCE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64608" y="181070"/>
              <a:ext cx="1463071" cy="1463071"/>
            </a:xfrm>
            <a:prstGeom prst="rect">
              <a:avLst/>
            </a:prstGeom>
            <a:solidFill>
              <a:srgbClr val="2B4E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5" name="Rectangle 1114">
              <a:extLst>
                <a:ext uri="{FF2B5EF4-FFF2-40B4-BE49-F238E27FC236}">
                  <a16:creationId xmlns:a16="http://schemas.microsoft.com/office/drawing/2014/main" id="{FB769FE3-DC91-6FC5-09BA-E2662F7D0B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89186" y="181070"/>
              <a:ext cx="1493056" cy="1493056"/>
            </a:xfrm>
            <a:prstGeom prst="rect">
              <a:avLst/>
            </a:prstGeom>
            <a:solidFill>
              <a:srgbClr val="1DAACC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6" name="Rectangle 1115">
              <a:extLst>
                <a:ext uri="{FF2B5EF4-FFF2-40B4-BE49-F238E27FC236}">
                  <a16:creationId xmlns:a16="http://schemas.microsoft.com/office/drawing/2014/main" id="{FCE64EC4-F472-4058-97E1-743CFEB639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7589" y="181070"/>
              <a:ext cx="1493056" cy="1493056"/>
            </a:xfrm>
            <a:prstGeom prst="rect">
              <a:avLst/>
            </a:prstGeom>
            <a:solidFill>
              <a:srgbClr val="6D41BD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7" name="Rectangle 1116">
              <a:extLst>
                <a:ext uri="{FF2B5EF4-FFF2-40B4-BE49-F238E27FC236}">
                  <a16:creationId xmlns:a16="http://schemas.microsoft.com/office/drawing/2014/main" id="{8D2175BB-7B05-C4FC-CFE1-D826B7855B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60231" y="1850052"/>
              <a:ext cx="1493056" cy="1493056"/>
            </a:xfrm>
            <a:prstGeom prst="rect">
              <a:avLst/>
            </a:prstGeom>
            <a:solidFill>
              <a:srgbClr val="FA56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8" name="Rectangle 1117">
              <a:extLst>
                <a:ext uri="{FF2B5EF4-FFF2-40B4-BE49-F238E27FC236}">
                  <a16:creationId xmlns:a16="http://schemas.microsoft.com/office/drawing/2014/main" id="{F37E39E5-FCD8-4430-0196-E8B1EFA89B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56581" y="1850052"/>
              <a:ext cx="1493056" cy="1493056"/>
            </a:xfrm>
            <a:prstGeom prst="rect">
              <a:avLst/>
            </a:prstGeom>
            <a:solidFill>
              <a:srgbClr val="F37E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9" name="Rectangle 1118">
              <a:extLst>
                <a:ext uri="{FF2B5EF4-FFF2-40B4-BE49-F238E27FC236}">
                  <a16:creationId xmlns:a16="http://schemas.microsoft.com/office/drawing/2014/main" id="{AEC95958-C930-F380-D8AB-FF947953BE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52931" y="1850052"/>
              <a:ext cx="1493056" cy="1493056"/>
            </a:xfrm>
            <a:prstGeom prst="rect">
              <a:avLst/>
            </a:prstGeom>
            <a:solidFill>
              <a:srgbClr val="D9C4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0" name="Rectangle 1119">
              <a:extLst>
                <a:ext uri="{FF2B5EF4-FFF2-40B4-BE49-F238E27FC236}">
                  <a16:creationId xmlns:a16="http://schemas.microsoft.com/office/drawing/2014/main" id="{C4D7D03B-E6B6-2BD5-BEE1-5DC3225099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9281" y="1850052"/>
              <a:ext cx="1493056" cy="1493056"/>
            </a:xfrm>
            <a:prstGeom prst="rect">
              <a:avLst/>
            </a:prstGeom>
            <a:solidFill>
              <a:srgbClr val="94A3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1" name="Rectangle 1120">
              <a:extLst>
                <a:ext uri="{FF2B5EF4-FFF2-40B4-BE49-F238E27FC236}">
                  <a16:creationId xmlns:a16="http://schemas.microsoft.com/office/drawing/2014/main" id="{20F92A43-4F46-31CF-E52C-21F2009830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45629" y="1850052"/>
              <a:ext cx="1493056" cy="1493056"/>
            </a:xfrm>
            <a:prstGeom prst="rect">
              <a:avLst/>
            </a:prstGeom>
            <a:solidFill>
              <a:srgbClr val="3D6F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2" name="Rectangle 1121">
              <a:extLst>
                <a:ext uri="{FF2B5EF4-FFF2-40B4-BE49-F238E27FC236}">
                  <a16:creationId xmlns:a16="http://schemas.microsoft.com/office/drawing/2014/main" id="{24DD0195-EF19-7DD4-5C3F-F9CF257B5A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63881" y="1850052"/>
              <a:ext cx="1493056" cy="1493056"/>
            </a:xfrm>
            <a:prstGeom prst="rect">
              <a:avLst/>
            </a:prstGeom>
            <a:solidFill>
              <a:srgbClr val="1DABC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3" name="Rectangle 1122">
              <a:extLst>
                <a:ext uri="{FF2B5EF4-FFF2-40B4-BE49-F238E27FC236}">
                  <a16:creationId xmlns:a16="http://schemas.microsoft.com/office/drawing/2014/main" id="{A8935386-6863-C649-652D-67A50DB25A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1263" y="1850052"/>
              <a:ext cx="1493056" cy="1493056"/>
            </a:xfrm>
            <a:prstGeom prst="rect">
              <a:avLst/>
            </a:prstGeom>
            <a:solidFill>
              <a:srgbClr val="8763C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H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A6269D5-F679-3345-D3FA-E97C12130344}"/>
              </a:ext>
            </a:extLst>
          </p:cNvPr>
          <p:cNvCxnSpPr>
            <a:cxnSpLocks/>
          </p:cNvCxnSpPr>
          <p:nvPr/>
        </p:nvCxnSpPr>
        <p:spPr>
          <a:xfrm flipV="1">
            <a:off x="1575870" y="617411"/>
            <a:ext cx="78360" cy="78360"/>
          </a:xfrm>
          <a:prstGeom prst="straightConnector1">
            <a:avLst/>
          </a:prstGeom>
          <a:noFill/>
          <a:ln w="15875" cap="rnd">
            <a:solidFill>
              <a:schemeClr val="bg1"/>
            </a:solidFill>
            <a:round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68C0F56-8636-C484-FA8A-86586275B230}"/>
              </a:ext>
            </a:extLst>
          </p:cNvPr>
          <p:cNvCxnSpPr>
            <a:cxnSpLocks/>
          </p:cNvCxnSpPr>
          <p:nvPr/>
        </p:nvCxnSpPr>
        <p:spPr>
          <a:xfrm flipV="1">
            <a:off x="1408727" y="767694"/>
            <a:ext cx="92321" cy="92321"/>
          </a:xfrm>
          <a:prstGeom prst="straightConnector1">
            <a:avLst/>
          </a:prstGeom>
          <a:noFill/>
          <a:ln w="15875" cap="rnd">
            <a:solidFill>
              <a:schemeClr val="bg1"/>
            </a:solidFill>
            <a:round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F5D435D9-B589-17B6-47F9-7C40C6A2EA2B}"/>
              </a:ext>
            </a:extLst>
          </p:cNvPr>
          <p:cNvGrpSpPr/>
          <p:nvPr/>
        </p:nvGrpSpPr>
        <p:grpSpPr>
          <a:xfrm>
            <a:off x="1442326" y="592347"/>
            <a:ext cx="164710" cy="274444"/>
            <a:chOff x="-407043" y="692167"/>
            <a:chExt cx="360465" cy="600618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A9A6E84-7284-9874-9DBD-70EC1117081E}"/>
                </a:ext>
              </a:extLst>
            </p:cNvPr>
            <p:cNvSpPr/>
            <p:nvPr/>
          </p:nvSpPr>
          <p:spPr>
            <a:xfrm>
              <a:off x="-407043" y="692167"/>
              <a:ext cx="360465" cy="600618"/>
            </a:xfrm>
            <a:custGeom>
              <a:avLst/>
              <a:gdLst>
                <a:gd name="connsiteX0" fmla="*/ 246361 w 360465"/>
                <a:gd name="connsiteY0" fmla="*/ 0 h 600618"/>
                <a:gd name="connsiteX1" fmla="*/ 268911 w 360465"/>
                <a:gd name="connsiteY1" fmla="*/ 21645 h 600618"/>
                <a:gd name="connsiteX2" fmla="*/ 270439 w 360465"/>
                <a:gd name="connsiteY2" fmla="*/ 34948 h 600618"/>
                <a:gd name="connsiteX3" fmla="*/ 270404 w 360465"/>
                <a:gd name="connsiteY3" fmla="*/ 116453 h 600618"/>
                <a:gd name="connsiteX4" fmla="*/ 276068 w 360465"/>
                <a:gd name="connsiteY4" fmla="*/ 123339 h 600618"/>
                <a:gd name="connsiteX5" fmla="*/ 358995 w 360465"/>
                <a:gd name="connsiteY5" fmla="*/ 213998 h 600618"/>
                <a:gd name="connsiteX6" fmla="*/ 360323 w 360465"/>
                <a:gd name="connsiteY6" fmla="*/ 235597 h 600618"/>
                <a:gd name="connsiteX7" fmla="*/ 360464 w 360465"/>
                <a:gd name="connsiteY7" fmla="*/ 444942 h 600618"/>
                <a:gd name="connsiteX8" fmla="*/ 313789 w 360465"/>
                <a:gd name="connsiteY8" fmla="*/ 540361 h 600618"/>
                <a:gd name="connsiteX9" fmla="*/ 310722 w 360465"/>
                <a:gd name="connsiteY9" fmla="*/ 547141 h 600618"/>
                <a:gd name="connsiteX10" fmla="*/ 308172 w 360465"/>
                <a:gd name="connsiteY10" fmla="*/ 572617 h 600618"/>
                <a:gd name="connsiteX11" fmla="*/ 271638 w 360465"/>
                <a:gd name="connsiteY11" fmla="*/ 600455 h 600618"/>
                <a:gd name="connsiteX12" fmla="*/ 88650 w 360465"/>
                <a:gd name="connsiteY12" fmla="*/ 600420 h 600618"/>
                <a:gd name="connsiteX13" fmla="*/ 50295 w 360465"/>
                <a:gd name="connsiteY13" fmla="*/ 559327 h 600618"/>
                <a:gd name="connsiteX14" fmla="*/ 38109 w 360465"/>
                <a:gd name="connsiteY14" fmla="*/ 533016 h 600618"/>
                <a:gd name="connsiteX15" fmla="*/ 0 w 360465"/>
                <a:gd name="connsiteY15" fmla="*/ 447774 h 600618"/>
                <a:gd name="connsiteX16" fmla="*/ 35 w 360465"/>
                <a:gd name="connsiteY16" fmla="*/ 231978 h 600618"/>
                <a:gd name="connsiteX17" fmla="*/ 85560 w 360465"/>
                <a:gd name="connsiteY17" fmla="*/ 123057 h 600618"/>
                <a:gd name="connsiteX18" fmla="*/ 90142 w 360465"/>
                <a:gd name="connsiteY18" fmla="*/ 121459 h 600618"/>
                <a:gd name="connsiteX19" fmla="*/ 90142 w 360465"/>
                <a:gd name="connsiteY19" fmla="*/ 60953 h 600618"/>
                <a:gd name="connsiteX20" fmla="*/ 90213 w 360465"/>
                <a:gd name="connsiteY20" fmla="*/ 30459 h 600618"/>
                <a:gd name="connsiteX21" fmla="*/ 111894 w 360465"/>
                <a:gd name="connsiteY21" fmla="*/ 1187 h 600618"/>
                <a:gd name="connsiteX22" fmla="*/ 113797 w 360465"/>
                <a:gd name="connsiteY22" fmla="*/ 12 h 600618"/>
                <a:gd name="connsiteX23" fmla="*/ 246373 w 360465"/>
                <a:gd name="connsiteY23" fmla="*/ 12 h 600618"/>
                <a:gd name="connsiteX24" fmla="*/ 340275 w 360465"/>
                <a:gd name="connsiteY24" fmla="*/ 339147 h 600618"/>
                <a:gd name="connsiteX25" fmla="*/ 340217 w 360465"/>
                <a:gd name="connsiteY25" fmla="*/ 244763 h 600618"/>
                <a:gd name="connsiteX26" fmla="*/ 339018 w 360465"/>
                <a:gd name="connsiteY26" fmla="*/ 216713 h 600618"/>
                <a:gd name="connsiteX27" fmla="*/ 256161 w 360465"/>
                <a:gd name="connsiteY27" fmla="*/ 140789 h 600618"/>
                <a:gd name="connsiteX28" fmla="*/ 110166 w 360465"/>
                <a:gd name="connsiteY28" fmla="*/ 140507 h 600618"/>
                <a:gd name="connsiteX29" fmla="*/ 90448 w 360465"/>
                <a:gd name="connsiteY29" fmla="*/ 142611 h 600618"/>
                <a:gd name="connsiteX30" fmla="*/ 20012 w 360465"/>
                <a:gd name="connsiteY30" fmla="*/ 232365 h 600618"/>
                <a:gd name="connsiteX31" fmla="*/ 20200 w 360465"/>
                <a:gd name="connsiteY31" fmla="*/ 447527 h 600618"/>
                <a:gd name="connsiteX32" fmla="*/ 25371 w 360465"/>
                <a:gd name="connsiteY32" fmla="*/ 479055 h 600618"/>
                <a:gd name="connsiteX33" fmla="*/ 112434 w 360465"/>
                <a:gd name="connsiteY33" fmla="*/ 540502 h 600618"/>
                <a:gd name="connsiteX34" fmla="*/ 247889 w 360465"/>
                <a:gd name="connsiteY34" fmla="*/ 540537 h 600618"/>
                <a:gd name="connsiteX35" fmla="*/ 310874 w 360465"/>
                <a:gd name="connsiteY35" fmla="*/ 516576 h 600618"/>
                <a:gd name="connsiteX36" fmla="*/ 340275 w 360465"/>
                <a:gd name="connsiteY36" fmla="*/ 447022 h 600618"/>
                <a:gd name="connsiteX37" fmla="*/ 340275 w 360465"/>
                <a:gd name="connsiteY37" fmla="*/ 339147 h 600618"/>
                <a:gd name="connsiteX38" fmla="*/ 249781 w 360465"/>
                <a:gd name="connsiteY38" fmla="*/ 119567 h 600618"/>
                <a:gd name="connsiteX39" fmla="*/ 250039 w 360465"/>
                <a:gd name="connsiteY39" fmla="*/ 114173 h 600618"/>
                <a:gd name="connsiteX40" fmla="*/ 250039 w 360465"/>
                <a:gd name="connsiteY40" fmla="*/ 33255 h 600618"/>
                <a:gd name="connsiteX41" fmla="*/ 236537 w 360465"/>
                <a:gd name="connsiteY41" fmla="*/ 20000 h 600618"/>
                <a:gd name="connsiteX42" fmla="*/ 123927 w 360465"/>
                <a:gd name="connsiteY42" fmla="*/ 20000 h 600618"/>
                <a:gd name="connsiteX43" fmla="*/ 110213 w 360465"/>
                <a:gd name="connsiteY43" fmla="*/ 33761 h 600618"/>
                <a:gd name="connsiteX44" fmla="*/ 110213 w 360465"/>
                <a:gd name="connsiteY44" fmla="*/ 114091 h 600618"/>
                <a:gd name="connsiteX45" fmla="*/ 110213 w 360465"/>
                <a:gd name="connsiteY45" fmla="*/ 119579 h 600618"/>
                <a:gd name="connsiteX46" fmla="*/ 249781 w 360465"/>
                <a:gd name="connsiteY46" fmla="*/ 119579 h 600618"/>
                <a:gd name="connsiteX47" fmla="*/ 289617 w 360465"/>
                <a:gd name="connsiteY47" fmla="*/ 554427 h 600618"/>
                <a:gd name="connsiteX48" fmla="*/ 259499 w 360465"/>
                <a:gd name="connsiteY48" fmla="*/ 560055 h 600618"/>
                <a:gd name="connsiteX49" fmla="*/ 229052 w 360465"/>
                <a:gd name="connsiteY49" fmla="*/ 560619 h 600618"/>
                <a:gd name="connsiteX50" fmla="*/ 113609 w 360465"/>
                <a:gd name="connsiteY50" fmla="*/ 560596 h 600618"/>
                <a:gd name="connsiteX51" fmla="*/ 97275 w 360465"/>
                <a:gd name="connsiteY51" fmla="*/ 559574 h 600618"/>
                <a:gd name="connsiteX52" fmla="*/ 70647 w 360465"/>
                <a:gd name="connsiteY52" fmla="*/ 554286 h 600618"/>
                <a:gd name="connsiteX53" fmla="*/ 94020 w 360465"/>
                <a:gd name="connsiteY53" fmla="*/ 580608 h 600618"/>
                <a:gd name="connsiteX54" fmla="*/ 266314 w 360465"/>
                <a:gd name="connsiteY54" fmla="*/ 580608 h 600618"/>
                <a:gd name="connsiteX55" fmla="*/ 289605 w 360465"/>
                <a:gd name="connsiteY55" fmla="*/ 554438 h 600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60465" h="600618">
                  <a:moveTo>
                    <a:pt x="246361" y="0"/>
                  </a:moveTo>
                  <a:cubicBezTo>
                    <a:pt x="257078" y="3901"/>
                    <a:pt x="265974" y="9836"/>
                    <a:pt x="268911" y="21645"/>
                  </a:cubicBezTo>
                  <a:cubicBezTo>
                    <a:pt x="269981" y="25946"/>
                    <a:pt x="270415" y="30506"/>
                    <a:pt x="270439" y="34948"/>
                  </a:cubicBezTo>
                  <a:cubicBezTo>
                    <a:pt x="270568" y="62116"/>
                    <a:pt x="270615" y="89285"/>
                    <a:pt x="270404" y="116453"/>
                  </a:cubicBezTo>
                  <a:cubicBezTo>
                    <a:pt x="270368" y="120895"/>
                    <a:pt x="271884" y="122387"/>
                    <a:pt x="276068" y="123339"/>
                  </a:cubicBezTo>
                  <a:cubicBezTo>
                    <a:pt x="319135" y="133116"/>
                    <a:pt x="353225" y="170390"/>
                    <a:pt x="358995" y="213998"/>
                  </a:cubicBezTo>
                  <a:cubicBezTo>
                    <a:pt x="359935" y="221131"/>
                    <a:pt x="360311" y="228394"/>
                    <a:pt x="360323" y="235597"/>
                  </a:cubicBezTo>
                  <a:cubicBezTo>
                    <a:pt x="360417" y="305375"/>
                    <a:pt x="360170" y="375164"/>
                    <a:pt x="360464" y="444942"/>
                  </a:cubicBezTo>
                  <a:cubicBezTo>
                    <a:pt x="360628" y="484625"/>
                    <a:pt x="345822" y="516553"/>
                    <a:pt x="313789" y="540361"/>
                  </a:cubicBezTo>
                  <a:cubicBezTo>
                    <a:pt x="312026" y="541665"/>
                    <a:pt x="311004" y="544755"/>
                    <a:pt x="310722" y="547141"/>
                  </a:cubicBezTo>
                  <a:cubicBezTo>
                    <a:pt x="309699" y="555625"/>
                    <a:pt x="310310" y="564462"/>
                    <a:pt x="308172" y="572617"/>
                  </a:cubicBezTo>
                  <a:cubicBezTo>
                    <a:pt x="303918" y="588892"/>
                    <a:pt x="288477" y="600408"/>
                    <a:pt x="271638" y="600455"/>
                  </a:cubicBezTo>
                  <a:cubicBezTo>
                    <a:pt x="210638" y="600643"/>
                    <a:pt x="149638" y="600714"/>
                    <a:pt x="88650" y="600420"/>
                  </a:cubicBezTo>
                  <a:cubicBezTo>
                    <a:pt x="66711" y="600314"/>
                    <a:pt x="50271" y="583111"/>
                    <a:pt x="50295" y="559327"/>
                  </a:cubicBezTo>
                  <a:cubicBezTo>
                    <a:pt x="50295" y="547858"/>
                    <a:pt x="47251" y="540678"/>
                    <a:pt x="38109" y="533016"/>
                  </a:cubicBezTo>
                  <a:cubicBezTo>
                    <a:pt x="11974" y="511112"/>
                    <a:pt x="-47" y="481958"/>
                    <a:pt x="0" y="447774"/>
                  </a:cubicBezTo>
                  <a:cubicBezTo>
                    <a:pt x="94" y="375846"/>
                    <a:pt x="0" y="303906"/>
                    <a:pt x="35" y="231978"/>
                  </a:cubicBezTo>
                  <a:cubicBezTo>
                    <a:pt x="59" y="178687"/>
                    <a:pt x="33702" y="135913"/>
                    <a:pt x="85560" y="123057"/>
                  </a:cubicBezTo>
                  <a:cubicBezTo>
                    <a:pt x="87028" y="122693"/>
                    <a:pt x="88439" y="122058"/>
                    <a:pt x="90142" y="121459"/>
                  </a:cubicBezTo>
                  <a:cubicBezTo>
                    <a:pt x="90142" y="101177"/>
                    <a:pt x="90142" y="81059"/>
                    <a:pt x="90142" y="60953"/>
                  </a:cubicBezTo>
                  <a:cubicBezTo>
                    <a:pt x="90142" y="50788"/>
                    <a:pt x="89966" y="40623"/>
                    <a:pt x="90213" y="30459"/>
                  </a:cubicBezTo>
                  <a:cubicBezTo>
                    <a:pt x="90577" y="15664"/>
                    <a:pt x="97875" y="6028"/>
                    <a:pt x="111894" y="1187"/>
                  </a:cubicBezTo>
                  <a:cubicBezTo>
                    <a:pt x="112587" y="952"/>
                    <a:pt x="113163" y="411"/>
                    <a:pt x="113797" y="12"/>
                  </a:cubicBezTo>
                  <a:cubicBezTo>
                    <a:pt x="157993" y="12"/>
                    <a:pt x="202177" y="12"/>
                    <a:pt x="246373" y="12"/>
                  </a:cubicBezTo>
                  <a:close/>
                  <a:moveTo>
                    <a:pt x="340275" y="339147"/>
                  </a:moveTo>
                  <a:cubicBezTo>
                    <a:pt x="340275" y="307690"/>
                    <a:pt x="340358" y="276220"/>
                    <a:pt x="340217" y="244763"/>
                  </a:cubicBezTo>
                  <a:cubicBezTo>
                    <a:pt x="340170" y="235409"/>
                    <a:pt x="340064" y="225985"/>
                    <a:pt x="339018" y="216713"/>
                  </a:cubicBezTo>
                  <a:cubicBezTo>
                    <a:pt x="334529" y="176618"/>
                    <a:pt x="296515" y="141353"/>
                    <a:pt x="256161" y="140789"/>
                  </a:cubicBezTo>
                  <a:cubicBezTo>
                    <a:pt x="207500" y="140120"/>
                    <a:pt x="158827" y="140413"/>
                    <a:pt x="110166" y="140507"/>
                  </a:cubicBezTo>
                  <a:cubicBezTo>
                    <a:pt x="103586" y="140519"/>
                    <a:pt x="96829" y="141071"/>
                    <a:pt x="90448" y="142611"/>
                  </a:cubicBezTo>
                  <a:cubicBezTo>
                    <a:pt x="47709" y="152916"/>
                    <a:pt x="20118" y="188005"/>
                    <a:pt x="20012" y="232365"/>
                  </a:cubicBezTo>
                  <a:cubicBezTo>
                    <a:pt x="19848" y="304082"/>
                    <a:pt x="19754" y="375810"/>
                    <a:pt x="20200" y="447527"/>
                  </a:cubicBezTo>
                  <a:cubicBezTo>
                    <a:pt x="20259" y="458080"/>
                    <a:pt x="21869" y="469149"/>
                    <a:pt x="25371" y="479055"/>
                  </a:cubicBezTo>
                  <a:cubicBezTo>
                    <a:pt x="39072" y="517845"/>
                    <a:pt x="71165" y="540243"/>
                    <a:pt x="112434" y="540502"/>
                  </a:cubicBezTo>
                  <a:cubicBezTo>
                    <a:pt x="157582" y="540784"/>
                    <a:pt x="202729" y="540643"/>
                    <a:pt x="247889" y="540537"/>
                  </a:cubicBezTo>
                  <a:cubicBezTo>
                    <a:pt x="271849" y="540478"/>
                    <a:pt x="293165" y="533063"/>
                    <a:pt x="310874" y="516576"/>
                  </a:cubicBezTo>
                  <a:cubicBezTo>
                    <a:pt x="331027" y="497822"/>
                    <a:pt x="340264" y="474331"/>
                    <a:pt x="340275" y="447022"/>
                  </a:cubicBezTo>
                  <a:cubicBezTo>
                    <a:pt x="340299" y="411064"/>
                    <a:pt x="340275" y="375105"/>
                    <a:pt x="340275" y="339147"/>
                  </a:cubicBezTo>
                  <a:close/>
                  <a:moveTo>
                    <a:pt x="249781" y="119567"/>
                  </a:moveTo>
                  <a:cubicBezTo>
                    <a:pt x="249886" y="117581"/>
                    <a:pt x="250039" y="115877"/>
                    <a:pt x="250039" y="114173"/>
                  </a:cubicBezTo>
                  <a:cubicBezTo>
                    <a:pt x="250051" y="87205"/>
                    <a:pt x="250063" y="60224"/>
                    <a:pt x="250039" y="33255"/>
                  </a:cubicBezTo>
                  <a:cubicBezTo>
                    <a:pt x="250039" y="23443"/>
                    <a:pt x="246561" y="20012"/>
                    <a:pt x="236537" y="20000"/>
                  </a:cubicBezTo>
                  <a:cubicBezTo>
                    <a:pt x="199004" y="19965"/>
                    <a:pt x="161460" y="19977"/>
                    <a:pt x="123927" y="20000"/>
                  </a:cubicBezTo>
                  <a:cubicBezTo>
                    <a:pt x="113692" y="20000"/>
                    <a:pt x="110213" y="23526"/>
                    <a:pt x="110213" y="33761"/>
                  </a:cubicBezTo>
                  <a:cubicBezTo>
                    <a:pt x="110202" y="60541"/>
                    <a:pt x="110213" y="87322"/>
                    <a:pt x="110213" y="114091"/>
                  </a:cubicBezTo>
                  <a:cubicBezTo>
                    <a:pt x="110213" y="115936"/>
                    <a:pt x="110213" y="117793"/>
                    <a:pt x="110213" y="119579"/>
                  </a:cubicBezTo>
                  <a:lnTo>
                    <a:pt x="249781" y="119579"/>
                  </a:lnTo>
                  <a:close/>
                  <a:moveTo>
                    <a:pt x="289617" y="554427"/>
                  </a:moveTo>
                  <a:cubicBezTo>
                    <a:pt x="279334" y="556412"/>
                    <a:pt x="269499" y="559033"/>
                    <a:pt x="259499" y="560055"/>
                  </a:cubicBezTo>
                  <a:cubicBezTo>
                    <a:pt x="249440" y="561078"/>
                    <a:pt x="239205" y="560608"/>
                    <a:pt x="229052" y="560619"/>
                  </a:cubicBezTo>
                  <a:cubicBezTo>
                    <a:pt x="190567" y="560666"/>
                    <a:pt x="152082" y="560678"/>
                    <a:pt x="113609" y="560596"/>
                  </a:cubicBezTo>
                  <a:cubicBezTo>
                    <a:pt x="108157" y="560596"/>
                    <a:pt x="102634" y="560431"/>
                    <a:pt x="97275" y="559574"/>
                  </a:cubicBezTo>
                  <a:cubicBezTo>
                    <a:pt x="88345" y="558140"/>
                    <a:pt x="79520" y="556083"/>
                    <a:pt x="70647" y="554286"/>
                  </a:cubicBezTo>
                  <a:cubicBezTo>
                    <a:pt x="68850" y="571524"/>
                    <a:pt x="76840" y="580596"/>
                    <a:pt x="94020" y="580608"/>
                  </a:cubicBezTo>
                  <a:cubicBezTo>
                    <a:pt x="151448" y="580631"/>
                    <a:pt x="208875" y="580631"/>
                    <a:pt x="266314" y="580608"/>
                  </a:cubicBezTo>
                  <a:cubicBezTo>
                    <a:pt x="283612" y="580608"/>
                    <a:pt x="291744" y="571348"/>
                    <a:pt x="289605" y="554438"/>
                  </a:cubicBezTo>
                  <a:close/>
                </a:path>
              </a:pathLst>
            </a:custGeom>
            <a:solidFill>
              <a:srgbClr val="000000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E51CC71-9525-742F-1373-C11BB436ED31}"/>
                </a:ext>
              </a:extLst>
            </p:cNvPr>
            <p:cNvSpPr/>
            <p:nvPr/>
          </p:nvSpPr>
          <p:spPr>
            <a:xfrm>
              <a:off x="-387163" y="832524"/>
              <a:ext cx="320418" cy="400309"/>
            </a:xfrm>
            <a:custGeom>
              <a:avLst/>
              <a:gdLst>
                <a:gd name="connsiteX0" fmla="*/ 320396 w 320418"/>
                <a:gd name="connsiteY0" fmla="*/ 198790 h 400309"/>
                <a:gd name="connsiteX1" fmla="*/ 320396 w 320418"/>
                <a:gd name="connsiteY1" fmla="*/ 306664 h 400309"/>
                <a:gd name="connsiteX2" fmla="*/ 290995 w 320418"/>
                <a:gd name="connsiteY2" fmla="*/ 376219 h 400309"/>
                <a:gd name="connsiteX3" fmla="*/ 228009 w 320418"/>
                <a:gd name="connsiteY3" fmla="*/ 400179 h 400309"/>
                <a:gd name="connsiteX4" fmla="*/ 92555 w 320418"/>
                <a:gd name="connsiteY4" fmla="*/ 400144 h 400309"/>
                <a:gd name="connsiteX5" fmla="*/ 5491 w 320418"/>
                <a:gd name="connsiteY5" fmla="*/ 338698 h 400309"/>
                <a:gd name="connsiteX6" fmla="*/ 321 w 320418"/>
                <a:gd name="connsiteY6" fmla="*/ 307170 h 400309"/>
                <a:gd name="connsiteX7" fmla="*/ 133 w 320418"/>
                <a:gd name="connsiteY7" fmla="*/ 92008 h 400309"/>
                <a:gd name="connsiteX8" fmla="*/ 70568 w 320418"/>
                <a:gd name="connsiteY8" fmla="*/ 2253 h 400309"/>
                <a:gd name="connsiteX9" fmla="*/ 90287 w 320418"/>
                <a:gd name="connsiteY9" fmla="*/ 150 h 400309"/>
                <a:gd name="connsiteX10" fmla="*/ 236282 w 320418"/>
                <a:gd name="connsiteY10" fmla="*/ 432 h 400309"/>
                <a:gd name="connsiteX11" fmla="*/ 319138 w 320418"/>
                <a:gd name="connsiteY11" fmla="*/ 76355 h 400309"/>
                <a:gd name="connsiteX12" fmla="*/ 320337 w 320418"/>
                <a:gd name="connsiteY12" fmla="*/ 104405 h 400309"/>
                <a:gd name="connsiteX13" fmla="*/ 320384 w 320418"/>
                <a:gd name="connsiteY13" fmla="*/ 198790 h 400309"/>
                <a:gd name="connsiteX14" fmla="*/ 160440 w 320418"/>
                <a:gd name="connsiteY14" fmla="*/ 331095 h 400309"/>
                <a:gd name="connsiteX15" fmla="*/ 194518 w 320418"/>
                <a:gd name="connsiteY15" fmla="*/ 326171 h 400309"/>
                <a:gd name="connsiteX16" fmla="*/ 249701 w 320418"/>
                <a:gd name="connsiteY16" fmla="*/ 270530 h 400309"/>
                <a:gd name="connsiteX17" fmla="*/ 228303 w 320418"/>
                <a:gd name="connsiteY17" fmla="*/ 199272 h 400309"/>
                <a:gd name="connsiteX18" fmla="*/ 187832 w 320418"/>
                <a:gd name="connsiteY18" fmla="*/ 161198 h 400309"/>
                <a:gd name="connsiteX19" fmla="*/ 163507 w 320418"/>
                <a:gd name="connsiteY19" fmla="*/ 136850 h 400309"/>
                <a:gd name="connsiteX20" fmla="*/ 166986 w 320418"/>
                <a:gd name="connsiteY20" fmla="*/ 109987 h 400309"/>
                <a:gd name="connsiteX21" fmla="*/ 170511 w 320418"/>
                <a:gd name="connsiteY21" fmla="*/ 96426 h 400309"/>
                <a:gd name="connsiteX22" fmla="*/ 157362 w 320418"/>
                <a:gd name="connsiteY22" fmla="*/ 90210 h 400309"/>
                <a:gd name="connsiteX23" fmla="*/ 124188 w 320418"/>
                <a:gd name="connsiteY23" fmla="*/ 111327 h 400309"/>
                <a:gd name="connsiteX24" fmla="*/ 107208 w 320418"/>
                <a:gd name="connsiteY24" fmla="*/ 170528 h 400309"/>
                <a:gd name="connsiteX25" fmla="*/ 116327 w 320418"/>
                <a:gd name="connsiteY25" fmla="*/ 196792 h 400309"/>
                <a:gd name="connsiteX26" fmla="*/ 125352 w 320418"/>
                <a:gd name="connsiteY26" fmla="*/ 215688 h 400309"/>
                <a:gd name="connsiteX27" fmla="*/ 116315 w 320418"/>
                <a:gd name="connsiteY27" fmla="*/ 225805 h 400309"/>
                <a:gd name="connsiteX28" fmla="*/ 113507 w 320418"/>
                <a:gd name="connsiteY28" fmla="*/ 215288 h 400309"/>
                <a:gd name="connsiteX29" fmla="*/ 108853 w 320418"/>
                <a:gd name="connsiteY29" fmla="*/ 201410 h 400309"/>
                <a:gd name="connsiteX30" fmla="*/ 94611 w 320418"/>
                <a:gd name="connsiteY30" fmla="*/ 204536 h 400309"/>
                <a:gd name="connsiteX31" fmla="*/ 75069 w 320418"/>
                <a:gd name="connsiteY31" fmla="*/ 234783 h 400309"/>
                <a:gd name="connsiteX32" fmla="*/ 113777 w 320418"/>
                <a:gd name="connsiteY32" fmla="*/ 322399 h 400309"/>
                <a:gd name="connsiteX33" fmla="*/ 160440 w 320418"/>
                <a:gd name="connsiteY33" fmla="*/ 331083 h 400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20418" h="400309">
                  <a:moveTo>
                    <a:pt x="320396" y="198790"/>
                  </a:moveTo>
                  <a:cubicBezTo>
                    <a:pt x="320396" y="234748"/>
                    <a:pt x="320408" y="270706"/>
                    <a:pt x="320396" y="306664"/>
                  </a:cubicBezTo>
                  <a:cubicBezTo>
                    <a:pt x="320384" y="333974"/>
                    <a:pt x="311148" y="357464"/>
                    <a:pt x="290995" y="376219"/>
                  </a:cubicBezTo>
                  <a:cubicBezTo>
                    <a:pt x="273286" y="392706"/>
                    <a:pt x="251969" y="400121"/>
                    <a:pt x="228009" y="400179"/>
                  </a:cubicBezTo>
                  <a:cubicBezTo>
                    <a:pt x="182861" y="400285"/>
                    <a:pt x="137702" y="400426"/>
                    <a:pt x="92555" y="400144"/>
                  </a:cubicBezTo>
                  <a:cubicBezTo>
                    <a:pt x="51285" y="399886"/>
                    <a:pt x="19193" y="377476"/>
                    <a:pt x="5491" y="338698"/>
                  </a:cubicBezTo>
                  <a:cubicBezTo>
                    <a:pt x="1989" y="328792"/>
                    <a:pt x="391" y="317722"/>
                    <a:pt x="321" y="307170"/>
                  </a:cubicBezTo>
                  <a:cubicBezTo>
                    <a:pt x="-114" y="235453"/>
                    <a:pt x="-32" y="163736"/>
                    <a:pt x="133" y="92008"/>
                  </a:cubicBezTo>
                  <a:cubicBezTo>
                    <a:pt x="238" y="47659"/>
                    <a:pt x="27830" y="12559"/>
                    <a:pt x="70568" y="2253"/>
                  </a:cubicBezTo>
                  <a:cubicBezTo>
                    <a:pt x="76949" y="714"/>
                    <a:pt x="83706" y="162"/>
                    <a:pt x="90287" y="150"/>
                  </a:cubicBezTo>
                  <a:cubicBezTo>
                    <a:pt x="138948" y="56"/>
                    <a:pt x="187621" y="-250"/>
                    <a:pt x="236282" y="432"/>
                  </a:cubicBezTo>
                  <a:cubicBezTo>
                    <a:pt x="276635" y="984"/>
                    <a:pt x="314650" y="36261"/>
                    <a:pt x="319138" y="76355"/>
                  </a:cubicBezTo>
                  <a:cubicBezTo>
                    <a:pt x="320173" y="85639"/>
                    <a:pt x="320290" y="95051"/>
                    <a:pt x="320337" y="104405"/>
                  </a:cubicBezTo>
                  <a:cubicBezTo>
                    <a:pt x="320478" y="135863"/>
                    <a:pt x="320396" y="167332"/>
                    <a:pt x="320384" y="198790"/>
                  </a:cubicBezTo>
                  <a:close/>
                  <a:moveTo>
                    <a:pt x="160440" y="331095"/>
                  </a:moveTo>
                  <a:cubicBezTo>
                    <a:pt x="171815" y="329508"/>
                    <a:pt x="183367" y="328733"/>
                    <a:pt x="194518" y="326171"/>
                  </a:cubicBezTo>
                  <a:cubicBezTo>
                    <a:pt x="225964" y="318944"/>
                    <a:pt x="246329" y="298251"/>
                    <a:pt x="249701" y="270530"/>
                  </a:cubicBezTo>
                  <a:cubicBezTo>
                    <a:pt x="252956" y="243749"/>
                    <a:pt x="246282" y="219307"/>
                    <a:pt x="228303" y="199272"/>
                  </a:cubicBezTo>
                  <a:cubicBezTo>
                    <a:pt x="215976" y="185535"/>
                    <a:pt x="201299" y="173925"/>
                    <a:pt x="187832" y="161198"/>
                  </a:cubicBezTo>
                  <a:cubicBezTo>
                    <a:pt x="179489" y="153313"/>
                    <a:pt x="170535" y="145816"/>
                    <a:pt x="163507" y="136850"/>
                  </a:cubicBezTo>
                  <a:cubicBezTo>
                    <a:pt x="156234" y="127590"/>
                    <a:pt x="155881" y="118177"/>
                    <a:pt x="166986" y="109987"/>
                  </a:cubicBezTo>
                  <a:cubicBezTo>
                    <a:pt x="171627" y="106567"/>
                    <a:pt x="172744" y="101726"/>
                    <a:pt x="170511" y="96426"/>
                  </a:cubicBezTo>
                  <a:cubicBezTo>
                    <a:pt x="168408" y="91432"/>
                    <a:pt x="163272" y="89211"/>
                    <a:pt x="157362" y="90210"/>
                  </a:cubicBezTo>
                  <a:cubicBezTo>
                    <a:pt x="143331" y="92607"/>
                    <a:pt x="132438" y="99916"/>
                    <a:pt x="124188" y="111327"/>
                  </a:cubicBezTo>
                  <a:cubicBezTo>
                    <a:pt x="111403" y="129012"/>
                    <a:pt x="104282" y="148660"/>
                    <a:pt x="107208" y="170528"/>
                  </a:cubicBezTo>
                  <a:cubicBezTo>
                    <a:pt x="108418" y="179542"/>
                    <a:pt x="112825" y="188190"/>
                    <a:pt x="116327" y="196792"/>
                  </a:cubicBezTo>
                  <a:cubicBezTo>
                    <a:pt x="118947" y="203255"/>
                    <a:pt x="123201" y="209119"/>
                    <a:pt x="125352" y="215688"/>
                  </a:cubicBezTo>
                  <a:cubicBezTo>
                    <a:pt x="128007" y="223784"/>
                    <a:pt x="123918" y="227956"/>
                    <a:pt x="116315" y="225805"/>
                  </a:cubicBezTo>
                  <a:cubicBezTo>
                    <a:pt x="109899" y="223996"/>
                    <a:pt x="112731" y="219166"/>
                    <a:pt x="113507" y="215288"/>
                  </a:cubicBezTo>
                  <a:cubicBezTo>
                    <a:pt x="114835" y="208625"/>
                    <a:pt x="113377" y="203948"/>
                    <a:pt x="108853" y="201410"/>
                  </a:cubicBezTo>
                  <a:cubicBezTo>
                    <a:pt x="104235" y="198825"/>
                    <a:pt x="99405" y="199847"/>
                    <a:pt x="94611" y="204536"/>
                  </a:cubicBezTo>
                  <a:cubicBezTo>
                    <a:pt x="85809" y="213138"/>
                    <a:pt x="79382" y="223267"/>
                    <a:pt x="75069" y="234783"/>
                  </a:cubicBezTo>
                  <a:cubicBezTo>
                    <a:pt x="61168" y="271823"/>
                    <a:pt x="77067" y="308075"/>
                    <a:pt x="113777" y="322399"/>
                  </a:cubicBezTo>
                  <a:cubicBezTo>
                    <a:pt x="128689" y="328216"/>
                    <a:pt x="144318" y="330355"/>
                    <a:pt x="160440" y="331083"/>
                  </a:cubicBezTo>
                  <a:close/>
                </a:path>
              </a:pathLst>
            </a:custGeom>
            <a:solidFill>
              <a:srgbClr val="A9D898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0B5BEBD-F3F1-7541-785E-A1F8275A41B3}"/>
                </a:ext>
              </a:extLst>
            </p:cNvPr>
            <p:cNvSpPr/>
            <p:nvPr/>
          </p:nvSpPr>
          <p:spPr>
            <a:xfrm>
              <a:off x="-296830" y="712133"/>
              <a:ext cx="139839" cy="99600"/>
            </a:xfrm>
            <a:custGeom>
              <a:avLst/>
              <a:gdLst>
                <a:gd name="connsiteX0" fmla="*/ 139567 w 139839"/>
                <a:gd name="connsiteY0" fmla="*/ 99601 h 99600"/>
                <a:gd name="connsiteX1" fmla="*/ 0 w 139839"/>
                <a:gd name="connsiteY1" fmla="*/ 99601 h 99600"/>
                <a:gd name="connsiteX2" fmla="*/ 0 w 139839"/>
                <a:gd name="connsiteY2" fmla="*/ 94113 h 99600"/>
                <a:gd name="connsiteX3" fmla="*/ 0 w 139839"/>
                <a:gd name="connsiteY3" fmla="*/ 13783 h 99600"/>
                <a:gd name="connsiteX4" fmla="*/ 13713 w 139839"/>
                <a:gd name="connsiteY4" fmla="*/ 22 h 99600"/>
                <a:gd name="connsiteX5" fmla="*/ 126324 w 139839"/>
                <a:gd name="connsiteY5" fmla="*/ 22 h 99600"/>
                <a:gd name="connsiteX6" fmla="*/ 139826 w 139839"/>
                <a:gd name="connsiteY6" fmla="*/ 13277 h 99600"/>
                <a:gd name="connsiteX7" fmla="*/ 139826 w 139839"/>
                <a:gd name="connsiteY7" fmla="*/ 94195 h 99600"/>
                <a:gd name="connsiteX8" fmla="*/ 139567 w 139839"/>
                <a:gd name="connsiteY8" fmla="*/ 99589 h 99600"/>
                <a:gd name="connsiteX9" fmla="*/ 70448 w 139839"/>
                <a:gd name="connsiteY9" fmla="*/ 19987 h 99600"/>
                <a:gd name="connsiteX10" fmla="*/ 40001 w 139839"/>
                <a:gd name="connsiteY10" fmla="*/ 20023 h 99600"/>
                <a:gd name="connsiteX11" fmla="*/ 20024 w 139839"/>
                <a:gd name="connsiteY11" fmla="*/ 40105 h 99600"/>
                <a:gd name="connsiteX12" fmla="*/ 20036 w 139839"/>
                <a:gd name="connsiteY12" fmla="*/ 60587 h 99600"/>
                <a:gd name="connsiteX13" fmla="*/ 37615 w 139839"/>
                <a:gd name="connsiteY13" fmla="*/ 79706 h 99600"/>
                <a:gd name="connsiteX14" fmla="*/ 102563 w 139839"/>
                <a:gd name="connsiteY14" fmla="*/ 79683 h 99600"/>
                <a:gd name="connsiteX15" fmla="*/ 119720 w 139839"/>
                <a:gd name="connsiteY15" fmla="*/ 62091 h 99600"/>
                <a:gd name="connsiteX16" fmla="*/ 119896 w 139839"/>
                <a:gd name="connsiteY16" fmla="*/ 39870 h 99600"/>
                <a:gd name="connsiteX17" fmla="*/ 99144 w 139839"/>
                <a:gd name="connsiteY17" fmla="*/ 19987 h 99600"/>
                <a:gd name="connsiteX18" fmla="*/ 70459 w 139839"/>
                <a:gd name="connsiteY18" fmla="*/ 19987 h 9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9839" h="99600">
                  <a:moveTo>
                    <a:pt x="139567" y="99601"/>
                  </a:moveTo>
                  <a:lnTo>
                    <a:pt x="0" y="99601"/>
                  </a:lnTo>
                  <a:cubicBezTo>
                    <a:pt x="0" y="97815"/>
                    <a:pt x="0" y="95970"/>
                    <a:pt x="0" y="94113"/>
                  </a:cubicBezTo>
                  <a:cubicBezTo>
                    <a:pt x="0" y="67332"/>
                    <a:pt x="0" y="40552"/>
                    <a:pt x="0" y="13783"/>
                  </a:cubicBezTo>
                  <a:cubicBezTo>
                    <a:pt x="0" y="3559"/>
                    <a:pt x="3478" y="34"/>
                    <a:pt x="13713" y="22"/>
                  </a:cubicBezTo>
                  <a:cubicBezTo>
                    <a:pt x="51246" y="-1"/>
                    <a:pt x="88791" y="-13"/>
                    <a:pt x="126324" y="22"/>
                  </a:cubicBezTo>
                  <a:cubicBezTo>
                    <a:pt x="136348" y="22"/>
                    <a:pt x="139814" y="3465"/>
                    <a:pt x="139826" y="13277"/>
                  </a:cubicBezTo>
                  <a:cubicBezTo>
                    <a:pt x="139849" y="40246"/>
                    <a:pt x="139838" y="67227"/>
                    <a:pt x="139826" y="94195"/>
                  </a:cubicBezTo>
                  <a:cubicBezTo>
                    <a:pt x="139826" y="95899"/>
                    <a:pt x="139661" y="97603"/>
                    <a:pt x="139567" y="99589"/>
                  </a:cubicBezTo>
                  <a:close/>
                  <a:moveTo>
                    <a:pt x="70448" y="19987"/>
                  </a:moveTo>
                  <a:cubicBezTo>
                    <a:pt x="60295" y="19987"/>
                    <a:pt x="50142" y="19846"/>
                    <a:pt x="40001" y="20023"/>
                  </a:cubicBezTo>
                  <a:cubicBezTo>
                    <a:pt x="28520" y="20234"/>
                    <a:pt x="20247" y="28613"/>
                    <a:pt x="20024" y="40105"/>
                  </a:cubicBezTo>
                  <a:cubicBezTo>
                    <a:pt x="19883" y="46932"/>
                    <a:pt x="19871" y="53772"/>
                    <a:pt x="20036" y="60587"/>
                  </a:cubicBezTo>
                  <a:cubicBezTo>
                    <a:pt x="20282" y="70916"/>
                    <a:pt x="27392" y="79448"/>
                    <a:pt x="37615" y="79706"/>
                  </a:cubicBezTo>
                  <a:cubicBezTo>
                    <a:pt x="59249" y="80258"/>
                    <a:pt x="80918" y="80223"/>
                    <a:pt x="102563" y="79683"/>
                  </a:cubicBezTo>
                  <a:cubicBezTo>
                    <a:pt x="112093" y="79448"/>
                    <a:pt x="119144" y="71598"/>
                    <a:pt x="119720" y="62091"/>
                  </a:cubicBezTo>
                  <a:cubicBezTo>
                    <a:pt x="120166" y="54700"/>
                    <a:pt x="120190" y="47261"/>
                    <a:pt x="119896" y="39870"/>
                  </a:cubicBezTo>
                  <a:cubicBezTo>
                    <a:pt x="119414" y="27813"/>
                    <a:pt x="111247" y="20128"/>
                    <a:pt x="99144" y="19987"/>
                  </a:cubicBezTo>
                  <a:cubicBezTo>
                    <a:pt x="89578" y="19882"/>
                    <a:pt x="80013" y="19964"/>
                    <a:pt x="70459" y="19987"/>
                  </a:cubicBezTo>
                  <a:close/>
                </a:path>
              </a:pathLst>
            </a:custGeom>
            <a:solidFill>
              <a:srgbClr val="A9D898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6B42E5C4-EFC4-33C2-C324-AA8A31E511B4}"/>
                </a:ext>
              </a:extLst>
            </p:cNvPr>
            <p:cNvSpPr/>
            <p:nvPr/>
          </p:nvSpPr>
          <p:spPr>
            <a:xfrm>
              <a:off x="-336632" y="1246440"/>
              <a:ext cx="219537" cy="26339"/>
            </a:xfrm>
            <a:custGeom>
              <a:avLst/>
              <a:gdLst>
                <a:gd name="connsiteX0" fmla="*/ 219206 w 219537"/>
                <a:gd name="connsiteY0" fmla="*/ 153 h 26339"/>
                <a:gd name="connsiteX1" fmla="*/ 195915 w 219537"/>
                <a:gd name="connsiteY1" fmla="*/ 26322 h 26339"/>
                <a:gd name="connsiteX2" fmla="*/ 23621 w 219537"/>
                <a:gd name="connsiteY2" fmla="*/ 26322 h 26339"/>
                <a:gd name="connsiteX3" fmla="*/ 248 w 219537"/>
                <a:gd name="connsiteY3" fmla="*/ 0 h 26339"/>
                <a:gd name="connsiteX4" fmla="*/ 26876 w 219537"/>
                <a:gd name="connsiteY4" fmla="*/ 5288 h 26339"/>
                <a:gd name="connsiteX5" fmla="*/ 43210 w 219537"/>
                <a:gd name="connsiteY5" fmla="*/ 6310 h 26339"/>
                <a:gd name="connsiteX6" fmla="*/ 158652 w 219537"/>
                <a:gd name="connsiteY6" fmla="*/ 6334 h 26339"/>
                <a:gd name="connsiteX7" fmla="*/ 189099 w 219537"/>
                <a:gd name="connsiteY7" fmla="*/ 5770 h 26339"/>
                <a:gd name="connsiteX8" fmla="*/ 219217 w 219537"/>
                <a:gd name="connsiteY8" fmla="*/ 141 h 2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537" h="26339">
                  <a:moveTo>
                    <a:pt x="219206" y="153"/>
                  </a:moveTo>
                  <a:cubicBezTo>
                    <a:pt x="221332" y="17063"/>
                    <a:pt x="213201" y="26322"/>
                    <a:pt x="195915" y="26322"/>
                  </a:cubicBezTo>
                  <a:cubicBezTo>
                    <a:pt x="138488" y="26346"/>
                    <a:pt x="81060" y="26346"/>
                    <a:pt x="23621" y="26322"/>
                  </a:cubicBezTo>
                  <a:cubicBezTo>
                    <a:pt x="6441" y="26322"/>
                    <a:pt x="-1550" y="17239"/>
                    <a:pt x="248" y="0"/>
                  </a:cubicBezTo>
                  <a:cubicBezTo>
                    <a:pt x="9108" y="1798"/>
                    <a:pt x="17945" y="3854"/>
                    <a:pt x="26876" y="5288"/>
                  </a:cubicBezTo>
                  <a:cubicBezTo>
                    <a:pt x="32234" y="6146"/>
                    <a:pt x="37758" y="6310"/>
                    <a:pt x="43210" y="6310"/>
                  </a:cubicBezTo>
                  <a:cubicBezTo>
                    <a:pt x="81695" y="6393"/>
                    <a:pt x="120168" y="6381"/>
                    <a:pt x="158652" y="6334"/>
                  </a:cubicBezTo>
                  <a:cubicBezTo>
                    <a:pt x="168805" y="6334"/>
                    <a:pt x="179029" y="6792"/>
                    <a:pt x="189099" y="5770"/>
                  </a:cubicBezTo>
                  <a:cubicBezTo>
                    <a:pt x="199099" y="4747"/>
                    <a:pt x="208935" y="2127"/>
                    <a:pt x="219217" y="141"/>
                  </a:cubicBezTo>
                  <a:close/>
                </a:path>
              </a:pathLst>
            </a:custGeom>
            <a:solidFill>
              <a:srgbClr val="A9D898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C620E9BB-3014-DFD7-E44D-9B05C6AB815B}"/>
                </a:ext>
              </a:extLst>
            </p:cNvPr>
            <p:cNvSpPr/>
            <p:nvPr/>
          </p:nvSpPr>
          <p:spPr>
            <a:xfrm>
              <a:off x="-317077" y="922508"/>
              <a:ext cx="180409" cy="241122"/>
            </a:xfrm>
            <a:custGeom>
              <a:avLst/>
              <a:gdLst>
                <a:gd name="connsiteX0" fmla="*/ 90354 w 180409"/>
                <a:gd name="connsiteY0" fmla="*/ 241111 h 241122"/>
                <a:gd name="connsiteX1" fmla="*/ 43691 w 180409"/>
                <a:gd name="connsiteY1" fmla="*/ 232427 h 241122"/>
                <a:gd name="connsiteX2" fmla="*/ 4983 w 180409"/>
                <a:gd name="connsiteY2" fmla="*/ 144811 h 241122"/>
                <a:gd name="connsiteX3" fmla="*/ 24525 w 180409"/>
                <a:gd name="connsiteY3" fmla="*/ 114564 h 241122"/>
                <a:gd name="connsiteX4" fmla="*/ 38767 w 180409"/>
                <a:gd name="connsiteY4" fmla="*/ 111438 h 241122"/>
                <a:gd name="connsiteX5" fmla="*/ 43420 w 180409"/>
                <a:gd name="connsiteY5" fmla="*/ 125316 h 241122"/>
                <a:gd name="connsiteX6" fmla="*/ 46229 w 180409"/>
                <a:gd name="connsiteY6" fmla="*/ 135833 h 241122"/>
                <a:gd name="connsiteX7" fmla="*/ 55265 w 180409"/>
                <a:gd name="connsiteY7" fmla="*/ 125716 h 241122"/>
                <a:gd name="connsiteX8" fmla="*/ 46241 w 180409"/>
                <a:gd name="connsiteY8" fmla="*/ 106820 h 241122"/>
                <a:gd name="connsiteX9" fmla="*/ 37122 w 180409"/>
                <a:gd name="connsiteY9" fmla="*/ 80556 h 241122"/>
                <a:gd name="connsiteX10" fmla="*/ 54102 w 180409"/>
                <a:gd name="connsiteY10" fmla="*/ 21355 h 241122"/>
                <a:gd name="connsiteX11" fmla="*/ 87275 w 180409"/>
                <a:gd name="connsiteY11" fmla="*/ 238 h 241122"/>
                <a:gd name="connsiteX12" fmla="*/ 100425 w 180409"/>
                <a:gd name="connsiteY12" fmla="*/ 6454 h 241122"/>
                <a:gd name="connsiteX13" fmla="*/ 96899 w 180409"/>
                <a:gd name="connsiteY13" fmla="*/ 20015 h 241122"/>
                <a:gd name="connsiteX14" fmla="*/ 93421 w 180409"/>
                <a:gd name="connsiteY14" fmla="*/ 46878 h 241122"/>
                <a:gd name="connsiteX15" fmla="*/ 117746 w 180409"/>
                <a:gd name="connsiteY15" fmla="*/ 71226 h 241122"/>
                <a:gd name="connsiteX16" fmla="*/ 158216 w 180409"/>
                <a:gd name="connsiteY16" fmla="*/ 109300 h 241122"/>
                <a:gd name="connsiteX17" fmla="*/ 179615 w 180409"/>
                <a:gd name="connsiteY17" fmla="*/ 180558 h 241122"/>
                <a:gd name="connsiteX18" fmla="*/ 124432 w 180409"/>
                <a:gd name="connsiteY18" fmla="*/ 236199 h 241122"/>
                <a:gd name="connsiteX19" fmla="*/ 90354 w 180409"/>
                <a:gd name="connsiteY19" fmla="*/ 241123 h 241122"/>
                <a:gd name="connsiteX20" fmla="*/ 26640 w 180409"/>
                <a:gd name="connsiteY20" fmla="*/ 146680 h 241122"/>
                <a:gd name="connsiteX21" fmla="*/ 47521 w 180409"/>
                <a:gd name="connsiteY21" fmla="*/ 211957 h 241122"/>
                <a:gd name="connsiteX22" fmla="*/ 123880 w 180409"/>
                <a:gd name="connsiteY22" fmla="*/ 215365 h 241122"/>
                <a:gd name="connsiteX23" fmla="*/ 159920 w 180409"/>
                <a:gd name="connsiteY23" fmla="*/ 175599 h 241122"/>
                <a:gd name="connsiteX24" fmla="*/ 141095 w 180409"/>
                <a:gd name="connsiteY24" fmla="*/ 120146 h 241122"/>
                <a:gd name="connsiteX25" fmla="*/ 99872 w 180409"/>
                <a:gd name="connsiteY25" fmla="*/ 82848 h 241122"/>
                <a:gd name="connsiteX26" fmla="*/ 68156 w 180409"/>
                <a:gd name="connsiteY26" fmla="*/ 36901 h 241122"/>
                <a:gd name="connsiteX27" fmla="*/ 66335 w 180409"/>
                <a:gd name="connsiteY27" fmla="*/ 39263 h 241122"/>
                <a:gd name="connsiteX28" fmla="*/ 66605 w 180409"/>
                <a:gd name="connsiteY28" fmla="*/ 102108 h 241122"/>
                <a:gd name="connsiteX29" fmla="*/ 75724 w 180409"/>
                <a:gd name="connsiteY29" fmla="*/ 125775 h 241122"/>
                <a:gd name="connsiteX30" fmla="*/ 55688 w 180409"/>
                <a:gd name="connsiteY30" fmla="*/ 156092 h 241122"/>
                <a:gd name="connsiteX31" fmla="*/ 26640 w 180409"/>
                <a:gd name="connsiteY31" fmla="*/ 146691 h 241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0409" h="241122">
                  <a:moveTo>
                    <a:pt x="90354" y="241111"/>
                  </a:moveTo>
                  <a:cubicBezTo>
                    <a:pt x="74232" y="240383"/>
                    <a:pt x="58591" y="238244"/>
                    <a:pt x="43691" y="232427"/>
                  </a:cubicBezTo>
                  <a:cubicBezTo>
                    <a:pt x="6992" y="218103"/>
                    <a:pt x="-8919" y="181851"/>
                    <a:pt x="4983" y="144811"/>
                  </a:cubicBezTo>
                  <a:cubicBezTo>
                    <a:pt x="9307" y="133295"/>
                    <a:pt x="15723" y="123166"/>
                    <a:pt x="24525" y="114564"/>
                  </a:cubicBezTo>
                  <a:cubicBezTo>
                    <a:pt x="29331" y="109875"/>
                    <a:pt x="34149" y="108853"/>
                    <a:pt x="38767" y="111438"/>
                  </a:cubicBezTo>
                  <a:cubicBezTo>
                    <a:pt x="43291" y="113965"/>
                    <a:pt x="44748" y="118642"/>
                    <a:pt x="43420" y="125316"/>
                  </a:cubicBezTo>
                  <a:cubicBezTo>
                    <a:pt x="42645" y="129194"/>
                    <a:pt x="39813" y="134024"/>
                    <a:pt x="46229" y="135833"/>
                  </a:cubicBezTo>
                  <a:cubicBezTo>
                    <a:pt x="53832" y="137984"/>
                    <a:pt x="57909" y="133812"/>
                    <a:pt x="55265" y="125716"/>
                  </a:cubicBezTo>
                  <a:cubicBezTo>
                    <a:pt x="53115" y="119135"/>
                    <a:pt x="48873" y="113271"/>
                    <a:pt x="46241" y="106820"/>
                  </a:cubicBezTo>
                  <a:cubicBezTo>
                    <a:pt x="42750" y="98218"/>
                    <a:pt x="38332" y="89570"/>
                    <a:pt x="37122" y="80556"/>
                  </a:cubicBezTo>
                  <a:cubicBezTo>
                    <a:pt x="34196" y="58688"/>
                    <a:pt x="41317" y="39040"/>
                    <a:pt x="54102" y="21355"/>
                  </a:cubicBezTo>
                  <a:cubicBezTo>
                    <a:pt x="62351" y="9944"/>
                    <a:pt x="73244" y="2623"/>
                    <a:pt x="87275" y="238"/>
                  </a:cubicBezTo>
                  <a:cubicBezTo>
                    <a:pt x="93186" y="-773"/>
                    <a:pt x="98321" y="1460"/>
                    <a:pt x="100425" y="6454"/>
                  </a:cubicBezTo>
                  <a:cubicBezTo>
                    <a:pt x="102657" y="11766"/>
                    <a:pt x="101541" y="16607"/>
                    <a:pt x="96899" y="20015"/>
                  </a:cubicBezTo>
                  <a:cubicBezTo>
                    <a:pt x="85795" y="28194"/>
                    <a:pt x="86147" y="37606"/>
                    <a:pt x="93421" y="46878"/>
                  </a:cubicBezTo>
                  <a:cubicBezTo>
                    <a:pt x="100448" y="55844"/>
                    <a:pt x="109402" y="63341"/>
                    <a:pt x="117746" y="71226"/>
                  </a:cubicBezTo>
                  <a:cubicBezTo>
                    <a:pt x="131212" y="83953"/>
                    <a:pt x="145889" y="95563"/>
                    <a:pt x="158216" y="109300"/>
                  </a:cubicBezTo>
                  <a:cubicBezTo>
                    <a:pt x="176195" y="129323"/>
                    <a:pt x="182870" y="153777"/>
                    <a:pt x="179615" y="180558"/>
                  </a:cubicBezTo>
                  <a:cubicBezTo>
                    <a:pt x="176242" y="208279"/>
                    <a:pt x="155890" y="228972"/>
                    <a:pt x="124432" y="236199"/>
                  </a:cubicBezTo>
                  <a:cubicBezTo>
                    <a:pt x="113280" y="238761"/>
                    <a:pt x="101729" y="239536"/>
                    <a:pt x="90354" y="241123"/>
                  </a:cubicBezTo>
                  <a:close/>
                  <a:moveTo>
                    <a:pt x="26640" y="146680"/>
                  </a:moveTo>
                  <a:cubicBezTo>
                    <a:pt x="12010" y="169065"/>
                    <a:pt x="22691" y="201733"/>
                    <a:pt x="47521" y="211957"/>
                  </a:cubicBezTo>
                  <a:cubicBezTo>
                    <a:pt x="72539" y="222262"/>
                    <a:pt x="98204" y="222486"/>
                    <a:pt x="123880" y="215365"/>
                  </a:cubicBezTo>
                  <a:cubicBezTo>
                    <a:pt x="145760" y="209289"/>
                    <a:pt x="158510" y="194577"/>
                    <a:pt x="159920" y="175599"/>
                  </a:cubicBezTo>
                  <a:cubicBezTo>
                    <a:pt x="161495" y="154471"/>
                    <a:pt x="155643" y="135340"/>
                    <a:pt x="141095" y="120146"/>
                  </a:cubicBezTo>
                  <a:cubicBezTo>
                    <a:pt x="128310" y="106797"/>
                    <a:pt x="113915" y="94952"/>
                    <a:pt x="99872" y="82848"/>
                  </a:cubicBezTo>
                  <a:cubicBezTo>
                    <a:pt x="85407" y="70380"/>
                    <a:pt x="71411" y="57759"/>
                    <a:pt x="68156" y="36901"/>
                  </a:cubicBezTo>
                  <a:cubicBezTo>
                    <a:pt x="67240" y="38076"/>
                    <a:pt x="66687" y="38617"/>
                    <a:pt x="66335" y="39263"/>
                  </a:cubicBezTo>
                  <a:cubicBezTo>
                    <a:pt x="54748" y="60251"/>
                    <a:pt x="52304" y="80886"/>
                    <a:pt x="66605" y="102108"/>
                  </a:cubicBezTo>
                  <a:cubicBezTo>
                    <a:pt x="71235" y="108982"/>
                    <a:pt x="74467" y="117572"/>
                    <a:pt x="75724" y="125775"/>
                  </a:cubicBezTo>
                  <a:cubicBezTo>
                    <a:pt x="77816" y="139418"/>
                    <a:pt x="71176" y="153155"/>
                    <a:pt x="55688" y="156092"/>
                  </a:cubicBezTo>
                  <a:cubicBezTo>
                    <a:pt x="44560" y="158196"/>
                    <a:pt x="34772" y="155634"/>
                    <a:pt x="26640" y="146691"/>
                  </a:cubicBezTo>
                  <a:close/>
                </a:path>
              </a:pathLst>
            </a:custGeom>
            <a:solidFill>
              <a:srgbClr val="000000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1DC6EF1B-3F94-7388-926C-6A2007596129}"/>
                </a:ext>
              </a:extLst>
            </p:cNvPr>
            <p:cNvSpPr/>
            <p:nvPr/>
          </p:nvSpPr>
          <p:spPr>
            <a:xfrm>
              <a:off x="-276926" y="732073"/>
              <a:ext cx="100175" cy="60172"/>
            </a:xfrm>
            <a:custGeom>
              <a:avLst/>
              <a:gdLst>
                <a:gd name="connsiteX0" fmla="*/ 50544 w 100175"/>
                <a:gd name="connsiteY0" fmla="*/ 47 h 60172"/>
                <a:gd name="connsiteX1" fmla="*/ 79229 w 100175"/>
                <a:gd name="connsiteY1" fmla="*/ 59 h 60172"/>
                <a:gd name="connsiteX2" fmla="*/ 99981 w 100175"/>
                <a:gd name="connsiteY2" fmla="*/ 19942 h 60172"/>
                <a:gd name="connsiteX3" fmla="*/ 99805 w 100175"/>
                <a:gd name="connsiteY3" fmla="*/ 42163 h 60172"/>
                <a:gd name="connsiteX4" fmla="*/ 82648 w 100175"/>
                <a:gd name="connsiteY4" fmla="*/ 59755 h 60172"/>
                <a:gd name="connsiteX5" fmla="*/ 17700 w 100175"/>
                <a:gd name="connsiteY5" fmla="*/ 59778 h 60172"/>
                <a:gd name="connsiteX6" fmla="*/ 120 w 100175"/>
                <a:gd name="connsiteY6" fmla="*/ 40659 h 60172"/>
                <a:gd name="connsiteX7" fmla="*/ 109 w 100175"/>
                <a:gd name="connsiteY7" fmla="*/ 20177 h 60172"/>
                <a:gd name="connsiteX8" fmla="*/ 20085 w 100175"/>
                <a:gd name="connsiteY8" fmla="*/ 94 h 60172"/>
                <a:gd name="connsiteX9" fmla="*/ 50532 w 100175"/>
                <a:gd name="connsiteY9" fmla="*/ 47 h 60172"/>
                <a:gd name="connsiteX10" fmla="*/ 79781 w 100175"/>
                <a:gd name="connsiteY10" fmla="*/ 20600 h 60172"/>
                <a:gd name="connsiteX11" fmla="*/ 20403 w 100175"/>
                <a:gd name="connsiteY11" fmla="*/ 20600 h 60172"/>
                <a:gd name="connsiteX12" fmla="*/ 20403 w 100175"/>
                <a:gd name="connsiteY12" fmla="*/ 39531 h 60172"/>
                <a:gd name="connsiteX13" fmla="*/ 79781 w 100175"/>
                <a:gd name="connsiteY13" fmla="*/ 39531 h 60172"/>
                <a:gd name="connsiteX14" fmla="*/ 79781 w 100175"/>
                <a:gd name="connsiteY14" fmla="*/ 20600 h 60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175" h="60172">
                  <a:moveTo>
                    <a:pt x="50544" y="47"/>
                  </a:moveTo>
                  <a:cubicBezTo>
                    <a:pt x="60110" y="47"/>
                    <a:pt x="69675" y="-47"/>
                    <a:pt x="79229" y="59"/>
                  </a:cubicBezTo>
                  <a:cubicBezTo>
                    <a:pt x="91344" y="188"/>
                    <a:pt x="99499" y="7885"/>
                    <a:pt x="99981" y="19942"/>
                  </a:cubicBezTo>
                  <a:cubicBezTo>
                    <a:pt x="100275" y="27333"/>
                    <a:pt x="100251" y="34784"/>
                    <a:pt x="99805" y="42163"/>
                  </a:cubicBezTo>
                  <a:cubicBezTo>
                    <a:pt x="99241" y="51670"/>
                    <a:pt x="92178" y="59520"/>
                    <a:pt x="82648" y="59755"/>
                  </a:cubicBezTo>
                  <a:cubicBezTo>
                    <a:pt x="61014" y="60283"/>
                    <a:pt x="39345" y="60330"/>
                    <a:pt x="17700" y="59778"/>
                  </a:cubicBezTo>
                  <a:cubicBezTo>
                    <a:pt x="7477" y="59520"/>
                    <a:pt x="367" y="50977"/>
                    <a:pt x="120" y="40659"/>
                  </a:cubicBezTo>
                  <a:cubicBezTo>
                    <a:pt x="-44" y="33832"/>
                    <a:pt x="-32" y="27004"/>
                    <a:pt x="109" y="20177"/>
                  </a:cubicBezTo>
                  <a:cubicBezTo>
                    <a:pt x="344" y="8684"/>
                    <a:pt x="8605" y="306"/>
                    <a:pt x="20085" y="94"/>
                  </a:cubicBezTo>
                  <a:cubicBezTo>
                    <a:pt x="30227" y="-94"/>
                    <a:pt x="40380" y="59"/>
                    <a:pt x="50532" y="47"/>
                  </a:cubicBezTo>
                  <a:close/>
                  <a:moveTo>
                    <a:pt x="79781" y="20600"/>
                  </a:moveTo>
                  <a:lnTo>
                    <a:pt x="20403" y="20600"/>
                  </a:lnTo>
                  <a:lnTo>
                    <a:pt x="20403" y="39531"/>
                  </a:lnTo>
                  <a:lnTo>
                    <a:pt x="79781" y="39531"/>
                  </a:lnTo>
                  <a:lnTo>
                    <a:pt x="79781" y="20600"/>
                  </a:lnTo>
                  <a:close/>
                </a:path>
              </a:pathLst>
            </a:custGeom>
            <a:solidFill>
              <a:srgbClr val="000000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2EAC60CA-038C-8C9B-B504-83F9B8C2FAF7}"/>
                </a:ext>
              </a:extLst>
            </p:cNvPr>
            <p:cNvSpPr/>
            <p:nvPr/>
          </p:nvSpPr>
          <p:spPr>
            <a:xfrm>
              <a:off x="-297078" y="959397"/>
              <a:ext cx="140167" cy="183365"/>
            </a:xfrm>
            <a:custGeom>
              <a:avLst/>
              <a:gdLst>
                <a:gd name="connsiteX0" fmla="*/ 6641 w 140167"/>
                <a:gd name="connsiteY0" fmla="*/ 109790 h 183365"/>
                <a:gd name="connsiteX1" fmla="*/ 35690 w 140167"/>
                <a:gd name="connsiteY1" fmla="*/ 119191 h 183365"/>
                <a:gd name="connsiteX2" fmla="*/ 55725 w 140167"/>
                <a:gd name="connsiteY2" fmla="*/ 88873 h 183365"/>
                <a:gd name="connsiteX3" fmla="*/ 46606 w 140167"/>
                <a:gd name="connsiteY3" fmla="*/ 65207 h 183365"/>
                <a:gd name="connsiteX4" fmla="*/ 46336 w 140167"/>
                <a:gd name="connsiteY4" fmla="*/ 2362 h 183365"/>
                <a:gd name="connsiteX5" fmla="*/ 48158 w 140167"/>
                <a:gd name="connsiteY5" fmla="*/ 0 h 183365"/>
                <a:gd name="connsiteX6" fmla="*/ 79874 w 140167"/>
                <a:gd name="connsiteY6" fmla="*/ 45947 h 183365"/>
                <a:gd name="connsiteX7" fmla="*/ 121096 w 140167"/>
                <a:gd name="connsiteY7" fmla="*/ 83244 h 183365"/>
                <a:gd name="connsiteX8" fmla="*/ 139922 w 140167"/>
                <a:gd name="connsiteY8" fmla="*/ 138698 h 183365"/>
                <a:gd name="connsiteX9" fmla="*/ 103881 w 140167"/>
                <a:gd name="connsiteY9" fmla="*/ 178463 h 183365"/>
                <a:gd name="connsiteX10" fmla="*/ 27523 w 140167"/>
                <a:gd name="connsiteY10" fmla="*/ 175055 h 183365"/>
                <a:gd name="connsiteX11" fmla="*/ 6641 w 140167"/>
                <a:gd name="connsiteY11" fmla="*/ 109778 h 183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0167" h="183365">
                  <a:moveTo>
                    <a:pt x="6641" y="109790"/>
                  </a:moveTo>
                  <a:cubicBezTo>
                    <a:pt x="14773" y="118733"/>
                    <a:pt x="24562" y="121294"/>
                    <a:pt x="35690" y="119191"/>
                  </a:cubicBezTo>
                  <a:cubicBezTo>
                    <a:pt x="51178" y="116253"/>
                    <a:pt x="57817" y="102528"/>
                    <a:pt x="55725" y="88873"/>
                  </a:cubicBezTo>
                  <a:cubicBezTo>
                    <a:pt x="54468" y="80671"/>
                    <a:pt x="51236" y="72081"/>
                    <a:pt x="46606" y="65207"/>
                  </a:cubicBezTo>
                  <a:cubicBezTo>
                    <a:pt x="32305" y="43984"/>
                    <a:pt x="34761" y="23349"/>
                    <a:pt x="46336" y="2362"/>
                  </a:cubicBezTo>
                  <a:cubicBezTo>
                    <a:pt x="46689" y="1716"/>
                    <a:pt x="47241" y="1175"/>
                    <a:pt x="48158" y="0"/>
                  </a:cubicBezTo>
                  <a:cubicBezTo>
                    <a:pt x="51413" y="20858"/>
                    <a:pt x="65408" y="33479"/>
                    <a:pt x="79874" y="45947"/>
                  </a:cubicBezTo>
                  <a:cubicBezTo>
                    <a:pt x="93904" y="58050"/>
                    <a:pt x="108311" y="69895"/>
                    <a:pt x="121096" y="83244"/>
                  </a:cubicBezTo>
                  <a:cubicBezTo>
                    <a:pt x="135632" y="98439"/>
                    <a:pt x="141485" y="117569"/>
                    <a:pt x="139922" y="138698"/>
                  </a:cubicBezTo>
                  <a:cubicBezTo>
                    <a:pt x="138512" y="157676"/>
                    <a:pt x="125750" y="172400"/>
                    <a:pt x="103881" y="178463"/>
                  </a:cubicBezTo>
                  <a:cubicBezTo>
                    <a:pt x="78217" y="185584"/>
                    <a:pt x="52553" y="185361"/>
                    <a:pt x="27523" y="175055"/>
                  </a:cubicBezTo>
                  <a:cubicBezTo>
                    <a:pt x="2693" y="164832"/>
                    <a:pt x="-7989" y="132164"/>
                    <a:pt x="6641" y="109778"/>
                  </a:cubicBezTo>
                  <a:close/>
                </a:path>
              </a:pathLst>
            </a:custGeom>
            <a:solidFill>
              <a:srgbClr val="FFFFFF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09475906-40B1-0EEA-DBF5-FA788380E930}"/>
                </a:ext>
              </a:extLst>
            </p:cNvPr>
            <p:cNvSpPr/>
            <p:nvPr/>
          </p:nvSpPr>
          <p:spPr>
            <a:xfrm>
              <a:off x="-256524" y="752673"/>
              <a:ext cx="59378" cy="18930"/>
            </a:xfrm>
            <a:custGeom>
              <a:avLst/>
              <a:gdLst>
                <a:gd name="connsiteX0" fmla="*/ 59378 w 59378"/>
                <a:gd name="connsiteY0" fmla="*/ 0 h 18930"/>
                <a:gd name="connsiteX1" fmla="*/ 59378 w 59378"/>
                <a:gd name="connsiteY1" fmla="*/ 18931 h 18930"/>
                <a:gd name="connsiteX2" fmla="*/ 0 w 59378"/>
                <a:gd name="connsiteY2" fmla="*/ 18931 h 18930"/>
                <a:gd name="connsiteX3" fmla="*/ 0 w 59378"/>
                <a:gd name="connsiteY3" fmla="*/ 0 h 18930"/>
                <a:gd name="connsiteX4" fmla="*/ 59378 w 59378"/>
                <a:gd name="connsiteY4" fmla="*/ 0 h 18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78" h="18930">
                  <a:moveTo>
                    <a:pt x="59378" y="0"/>
                  </a:moveTo>
                  <a:lnTo>
                    <a:pt x="59378" y="18931"/>
                  </a:lnTo>
                  <a:lnTo>
                    <a:pt x="0" y="18931"/>
                  </a:lnTo>
                  <a:lnTo>
                    <a:pt x="0" y="0"/>
                  </a:lnTo>
                  <a:lnTo>
                    <a:pt x="59378" y="0"/>
                  </a:lnTo>
                  <a:close/>
                </a:path>
              </a:pathLst>
            </a:custGeom>
            <a:solidFill>
              <a:srgbClr val="FFFFFF"/>
            </a:solidFill>
            <a:ln w="11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5073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9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Flame Sans</vt:lpstr>
      <vt:lpstr>Office Theme</vt:lpstr>
      <vt:lpstr>PowerPoint Presentation</vt:lpstr>
    </vt:vector>
  </TitlesOfParts>
  <Company>ETH Zuerich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Fernandez  Antonio José</dc:creator>
  <cp:lastModifiedBy>Nabera  Abhinandan</cp:lastModifiedBy>
  <cp:revision>20</cp:revision>
  <cp:lastPrinted>2023-06-04T09:14:54Z</cp:lastPrinted>
  <dcterms:created xsi:type="dcterms:W3CDTF">2023-03-15T13:06:12Z</dcterms:created>
  <dcterms:modified xsi:type="dcterms:W3CDTF">2023-06-04T15:49:45Z</dcterms:modified>
</cp:coreProperties>
</file>