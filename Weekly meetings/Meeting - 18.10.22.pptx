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56" r:id="rId2"/>
    <p:sldId id="326" r:id="rId3"/>
    <p:sldId id="327" r:id="rId4"/>
    <p:sldId id="330" r:id="rId5"/>
    <p:sldId id="331" r:id="rId6"/>
    <p:sldId id="333" r:id="rId7"/>
    <p:sldId id="335" r:id="rId8"/>
    <p:sldId id="334" r:id="rId9"/>
    <p:sldId id="338" r:id="rId10"/>
    <p:sldId id="336" r:id="rId11"/>
    <p:sldId id="325"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101FF"/>
    <a:srgbClr val="FF0505"/>
    <a:srgbClr val="FFA401"/>
    <a:srgbClr val="007D00"/>
    <a:srgbClr val="7F7F7F"/>
    <a:srgbClr val="007A96"/>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5" autoAdjust="0"/>
    <p:restoredTop sz="94660"/>
  </p:normalViewPr>
  <p:slideViewPr>
    <p:cSldViewPr snapToGrid="0" showGuides="1">
      <p:cViewPr varScale="1">
        <p:scale>
          <a:sx n="125" d="100"/>
          <a:sy n="125" d="100"/>
        </p:scale>
        <p:origin x="178" y="86"/>
      </p:cViewPr>
      <p:guideLst>
        <p:guide orient="horz" pos="2160"/>
        <p:guide pos="3840"/>
      </p:guideLst>
    </p:cSldViewPr>
  </p:slideViewPr>
  <p:notesTextViewPr>
    <p:cViewPr>
      <p:scale>
        <a:sx n="1" d="1"/>
        <a:sy n="1" d="1"/>
      </p:scale>
      <p:origin x="0" y="0"/>
    </p:cViewPr>
  </p:notesTextViewPr>
  <p:notesViewPr>
    <p:cSldViewPr snapToGrid="0" showGuides="1">
      <p:cViewPr varScale="1">
        <p:scale>
          <a:sx n="80" d="100"/>
          <a:sy n="80" d="100"/>
        </p:scale>
        <p:origin x="4176" y="45"/>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8AF70A90-CA7E-49EB-AB17-C37FEDD0759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a:extLst>
              <a:ext uri="{FF2B5EF4-FFF2-40B4-BE49-F238E27FC236}">
                <a16:creationId xmlns:a16="http://schemas.microsoft.com/office/drawing/2014/main" id="{5A7711EA-1FBE-4E98-9D43-C2D65C45D0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8ABEA4-9216-4FDF-AAE1-D8632908A8EC}" type="datetimeFigureOut">
              <a:rPr lang="de-CH" smtClean="0"/>
              <a:t>20.10.2022</a:t>
            </a:fld>
            <a:endParaRPr lang="de-CH"/>
          </a:p>
        </p:txBody>
      </p:sp>
      <p:sp>
        <p:nvSpPr>
          <p:cNvPr id="4" name="Fußzeilenplatzhalter 3">
            <a:extLst>
              <a:ext uri="{FF2B5EF4-FFF2-40B4-BE49-F238E27FC236}">
                <a16:creationId xmlns:a16="http://schemas.microsoft.com/office/drawing/2014/main" id="{82CCD3C8-8930-4E0E-A891-B770724F2B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5" name="Foliennummernplatzhalter 4">
            <a:extLst>
              <a:ext uri="{FF2B5EF4-FFF2-40B4-BE49-F238E27FC236}">
                <a16:creationId xmlns:a16="http://schemas.microsoft.com/office/drawing/2014/main" id="{A7798FB5-86BC-42DA-9D05-F96D484814F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B685DCD-866D-47AE-A236-118539F53379}" type="slidenum">
              <a:rPr lang="de-CH" smtClean="0"/>
              <a:t>‹#›</a:t>
            </a:fld>
            <a:endParaRPr lang="de-CH"/>
          </a:p>
        </p:txBody>
      </p:sp>
    </p:spTree>
    <p:extLst>
      <p:ext uri="{BB962C8B-B14F-4D97-AF65-F5344CB8AC3E}">
        <p14:creationId xmlns:p14="http://schemas.microsoft.com/office/powerpoint/2010/main" val="14232272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CH"/>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78A90D-FE7E-41AF-B03D-808D82937CB9}" type="datetimeFigureOut">
              <a:rPr lang="de-CH" smtClean="0"/>
              <a:t>20.10.2022</a:t>
            </a:fld>
            <a:endParaRPr lang="de-CH"/>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CH"/>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CH"/>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CH"/>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DDFD-030C-4D5A-B33E-3A7E7538D2BE}" type="slidenum">
              <a:rPr lang="de-CH" smtClean="0"/>
              <a:t>‹#›</a:t>
            </a:fld>
            <a:endParaRPr lang="de-CH"/>
          </a:p>
        </p:txBody>
      </p:sp>
    </p:spTree>
    <p:extLst>
      <p:ext uri="{BB962C8B-B14F-4D97-AF65-F5344CB8AC3E}">
        <p14:creationId xmlns:p14="http://schemas.microsoft.com/office/powerpoint/2010/main" val="441496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 01">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1"/>
          </a:solidFill>
        </p:spPr>
        <p:txBody>
          <a:bodyPr lIns="1080000" tIns="252000" anchor="t" anchorCtr="0"/>
          <a:lstStyle>
            <a:lvl1pPr algn="l">
              <a:lnSpc>
                <a:spcPct val="100000"/>
              </a:lnSpc>
              <a:defRPr sz="3600">
                <a:solidFill>
                  <a:schemeClr val="bg1"/>
                </a:solidFill>
              </a:defRPr>
            </a:lvl1pPr>
          </a:lstStyle>
          <a:p>
            <a:r>
              <a:rPr lang="en-US" noProof="0"/>
              <a:t>Click to edit Master title style</a:t>
            </a:r>
            <a:endParaRPr lang="de-CH" noProof="0" dirty="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9" name="Bildplatzhalter 8">
            <a:extLst>
              <a:ext uri="{FF2B5EF4-FFF2-40B4-BE49-F238E27FC236}">
                <a16:creationId xmlns:a16="http://schemas.microsoft.com/office/drawing/2014/main" id="{C3C296D1-2CD0-479F-A866-6EC741D2293B}"/>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4" name="Textplatzhalter 3">
            <a:extLst>
              <a:ext uri="{FF2B5EF4-FFF2-40B4-BE49-F238E27FC236}">
                <a16:creationId xmlns:a16="http://schemas.microsoft.com/office/drawing/2014/main" id="{EE41BE31-9613-4103-99FF-7DCFF643B329}"/>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sp>
        <p:nvSpPr>
          <p:cNvPr id="6" name="Textplatzhalter 5">
            <a:extLst>
              <a:ext uri="{FF2B5EF4-FFF2-40B4-BE49-F238E27FC236}">
                <a16:creationId xmlns:a16="http://schemas.microsoft.com/office/drawing/2014/main" id="{EDEB298C-798E-4D73-9DD6-F896C06530C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4293381049"/>
      </p:ext>
    </p:extLst>
  </p:cSld>
  <p:clrMapOvr>
    <a:masterClrMapping/>
  </p:clrMapOvr>
  <p:extLst>
    <p:ext uri="{DCECCB84-F9BA-43D5-87BE-67443E8EF086}">
      <p15:sldGuideLst xmlns:p15="http://schemas.microsoft.com/office/powerpoint/2012/main">
        <p15:guide id="2" pos="3840" userDrawn="1">
          <p15:clr>
            <a:srgbClr val="FBAE40"/>
          </p15:clr>
        </p15:guide>
        <p15:guide id="3" orient="horz" pos="640" userDrawn="1">
          <p15:clr>
            <a:srgbClr val="FBAE40"/>
          </p15:clr>
        </p15:guide>
        <p15:guide id="4" orient="horz" pos="3952" userDrawn="1">
          <p15:clr>
            <a:srgbClr val="FBAE40"/>
          </p15:clr>
        </p15:guide>
        <p15:guide id="5" pos="61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 02">
    <p:spTree>
      <p:nvGrpSpPr>
        <p:cNvPr id="1" name=""/>
        <p:cNvGrpSpPr/>
        <p:nvPr/>
      </p:nvGrpSpPr>
      <p:grpSpPr>
        <a:xfrm>
          <a:off x="0" y="0"/>
          <a:ext cx="0" cy="0"/>
          <a:chOff x="0" y="0"/>
          <a:chExt cx="0" cy="0"/>
        </a:xfrm>
      </p:grpSpPr>
      <p:sp>
        <p:nvSpPr>
          <p:cNvPr id="11" name="Bildplatzhalter 4">
            <a:extLst>
              <a:ext uri="{FF2B5EF4-FFF2-40B4-BE49-F238E27FC236}">
                <a16:creationId xmlns:a16="http://schemas.microsoft.com/office/drawing/2014/main" id="{8A01615F-450E-43D0-B554-DA3FBD48DF34}"/>
              </a:ext>
            </a:extLst>
          </p:cNvPr>
          <p:cNvSpPr>
            <a:spLocks noGrp="1"/>
          </p:cNvSpPr>
          <p:nvPr>
            <p:ph type="pic" sz="quarter" idx="11"/>
          </p:nvPr>
        </p:nvSpPr>
        <p:spPr>
          <a:xfrm>
            <a:off x="731838" y="1016000"/>
            <a:ext cx="10728325" cy="5256000"/>
          </a:xfrm>
        </p:spPr>
        <p:txBody>
          <a:bodyPr lIns="0" tIns="0" rIns="558000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6504000" y="2957494"/>
            <a:ext cx="5688000" cy="2268000"/>
          </a:xfrm>
          <a:solidFill>
            <a:schemeClr val="accent6"/>
          </a:solidFill>
        </p:spPr>
        <p:txBody>
          <a:bodyPr lIns="324000" tIns="252000" anchor="t" anchorCtr="0"/>
          <a:lstStyle>
            <a:lvl1pPr algn="l">
              <a:lnSpc>
                <a:spcPct val="100000"/>
              </a:lnSpc>
              <a:defRPr sz="3600">
                <a:solidFill>
                  <a:schemeClr val="bg1"/>
                </a:solidFill>
              </a:defRPr>
            </a:lvl1pPr>
          </a:lstStyle>
          <a:p>
            <a:r>
              <a:rPr lang="en-US"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9" name="Textplatzhalter 3">
            <a:extLst>
              <a:ext uri="{FF2B5EF4-FFF2-40B4-BE49-F238E27FC236}">
                <a16:creationId xmlns:a16="http://schemas.microsoft.com/office/drawing/2014/main" id="{003A487C-8977-4264-A8A1-D6C1DB604682}"/>
              </a:ext>
            </a:extLst>
          </p:cNvPr>
          <p:cNvSpPr>
            <a:spLocks noGrp="1"/>
          </p:cNvSpPr>
          <p:nvPr>
            <p:ph type="body" sz="quarter" idx="13"/>
          </p:nvPr>
        </p:nvSpPr>
        <p:spPr>
          <a:xfrm>
            <a:off x="6845210" y="4639666"/>
            <a:ext cx="4320000" cy="46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sp>
        <p:nvSpPr>
          <p:cNvPr id="13" name="Bildplatzhalter 8">
            <a:extLst>
              <a:ext uri="{FF2B5EF4-FFF2-40B4-BE49-F238E27FC236}">
                <a16:creationId xmlns:a16="http://schemas.microsoft.com/office/drawing/2014/main" id="{E91D3734-CD8F-4F94-A813-570EF31C4732}"/>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8" name="Textplatzhalter 5">
            <a:extLst>
              <a:ext uri="{FF2B5EF4-FFF2-40B4-BE49-F238E27FC236}">
                <a16:creationId xmlns:a16="http://schemas.microsoft.com/office/drawing/2014/main" id="{547D2927-4A99-4714-8EBA-F773EAA26308}"/>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10024114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 03">
    <p:spTree>
      <p:nvGrpSpPr>
        <p:cNvPr id="1" name=""/>
        <p:cNvGrpSpPr/>
        <p:nvPr/>
      </p:nvGrpSpPr>
      <p:grpSpPr>
        <a:xfrm>
          <a:off x="0" y="0"/>
          <a:ext cx="0" cy="0"/>
          <a:chOff x="0" y="0"/>
          <a:chExt cx="0" cy="0"/>
        </a:xfrm>
      </p:grpSpPr>
      <p:sp>
        <p:nvSpPr>
          <p:cNvPr id="3" name="Rechteck 2">
            <a:extLst>
              <a:ext uri="{FF2B5EF4-FFF2-40B4-BE49-F238E27FC236}">
                <a16:creationId xmlns:a16="http://schemas.microsoft.com/office/drawing/2014/main" id="{62D94F76-218E-49F2-87F8-05982912ED18}"/>
              </a:ext>
            </a:extLst>
          </p:cNvPr>
          <p:cNvSpPr/>
          <p:nvPr userDrawn="1"/>
        </p:nvSpPr>
        <p:spPr>
          <a:xfrm>
            <a:off x="731838" y="1016000"/>
            <a:ext cx="10728325" cy="5257800"/>
          </a:xfrm>
          <a:prstGeom prst="rect">
            <a:avLst/>
          </a:prstGeom>
          <a:solidFill>
            <a:srgbClr val="8E671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1" y="1940405"/>
            <a:ext cx="10188000" cy="3420000"/>
          </a:xfrm>
          <a:solidFill>
            <a:schemeClr val="accent3"/>
          </a:solidFill>
          <a:ln>
            <a:noFill/>
          </a:ln>
        </p:spPr>
        <p:txBody>
          <a:bodyPr lIns="1080000" tIns="252000" anchor="t" anchorCtr="0"/>
          <a:lstStyle>
            <a:lvl1pPr algn="l">
              <a:lnSpc>
                <a:spcPct val="100000"/>
              </a:lnSpc>
              <a:defRPr sz="3600">
                <a:solidFill>
                  <a:schemeClr val="bg1"/>
                </a:solidFill>
              </a:defRPr>
            </a:lvl1pPr>
          </a:lstStyle>
          <a:p>
            <a:r>
              <a:rPr lang="en-US"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7" name="Textplatzhalter 3">
            <a:extLst>
              <a:ext uri="{FF2B5EF4-FFF2-40B4-BE49-F238E27FC236}">
                <a16:creationId xmlns:a16="http://schemas.microsoft.com/office/drawing/2014/main" id="{0503E57F-F89F-431B-8D38-7CC97B7C201A}"/>
              </a:ext>
            </a:extLst>
          </p:cNvPr>
          <p:cNvSpPr>
            <a:spLocks noGrp="1"/>
          </p:cNvSpPr>
          <p:nvPr>
            <p:ph type="body" sz="quarter" idx="13"/>
          </p:nvPr>
        </p:nvSpPr>
        <p:spPr>
          <a:xfrm>
            <a:off x="1078516" y="4217884"/>
            <a:ext cx="864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sp>
        <p:nvSpPr>
          <p:cNvPr id="12" name="Bildplatzhalter 8">
            <a:extLst>
              <a:ext uri="{FF2B5EF4-FFF2-40B4-BE49-F238E27FC236}">
                <a16:creationId xmlns:a16="http://schemas.microsoft.com/office/drawing/2014/main" id="{1BEB6197-C509-4752-B57E-CEE955F5D926}"/>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8" name="Textplatzhalter 5">
            <a:extLst>
              <a:ext uri="{FF2B5EF4-FFF2-40B4-BE49-F238E27FC236}">
                <a16:creationId xmlns:a16="http://schemas.microsoft.com/office/drawing/2014/main" id="{4ADF7DEC-21BD-45CA-9E91-B9F58A69F621}"/>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3924069494"/>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elfolie 04">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731837" y="1016000"/>
            <a:ext cx="10728326" cy="5256000"/>
          </a:xfrm>
          <a:solidFill>
            <a:schemeClr val="accent6"/>
          </a:solidFill>
          <a:ln>
            <a:noFill/>
          </a:ln>
        </p:spPr>
        <p:txBody>
          <a:bodyPr lIns="324000" tIns="1152000" anchor="t" anchorCtr="0"/>
          <a:lstStyle>
            <a:lvl1pPr algn="l">
              <a:lnSpc>
                <a:spcPct val="100000"/>
              </a:lnSpc>
              <a:defRPr sz="3600">
                <a:solidFill>
                  <a:schemeClr val="bg1"/>
                </a:solidFill>
              </a:defRPr>
            </a:lvl1pPr>
          </a:lstStyle>
          <a:p>
            <a:r>
              <a:rPr lang="en-US" noProof="0"/>
              <a:t>Click to edit Master title style</a:t>
            </a:r>
            <a:endParaRPr lang="de-CH" noProof="0"/>
          </a:p>
        </p:txBody>
      </p:sp>
      <p:pic>
        <p:nvPicPr>
          <p:cNvPr id="10" name="Grafik 9">
            <a:extLst>
              <a:ext uri="{FF2B5EF4-FFF2-40B4-BE49-F238E27FC236}">
                <a16:creationId xmlns:a16="http://schemas.microsoft.com/office/drawing/2014/main" id="{0EE7317F-7892-4B0F-BA41-44765BB93F0C}"/>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
        <p:nvSpPr>
          <p:cNvPr id="6" name="Textplatzhalter 3">
            <a:extLst>
              <a:ext uri="{FF2B5EF4-FFF2-40B4-BE49-F238E27FC236}">
                <a16:creationId xmlns:a16="http://schemas.microsoft.com/office/drawing/2014/main" id="{5FCAD79B-EF47-46A0-9575-229F3DAA72F5}"/>
              </a:ext>
            </a:extLst>
          </p:cNvPr>
          <p:cNvSpPr>
            <a:spLocks noGrp="1"/>
          </p:cNvSpPr>
          <p:nvPr>
            <p:ph type="body" sz="quarter" idx="13"/>
          </p:nvPr>
        </p:nvSpPr>
        <p:spPr>
          <a:xfrm>
            <a:off x="1078515" y="5122625"/>
            <a:ext cx="10044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sp>
        <p:nvSpPr>
          <p:cNvPr id="8" name="Bildplatzhalter 8">
            <a:extLst>
              <a:ext uri="{FF2B5EF4-FFF2-40B4-BE49-F238E27FC236}">
                <a16:creationId xmlns:a16="http://schemas.microsoft.com/office/drawing/2014/main" id="{72236FC6-C8FF-43C1-86B9-BF112345926F}"/>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7" name="Textplatzhalter 5">
            <a:extLst>
              <a:ext uri="{FF2B5EF4-FFF2-40B4-BE49-F238E27FC236}">
                <a16:creationId xmlns:a16="http://schemas.microsoft.com/office/drawing/2014/main" id="{789A3267-E086-4EC3-A0BB-F8ECD01A5C7E}"/>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732532068"/>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elfolie 04 – Uni Zürich">
    <p:spTree>
      <p:nvGrpSpPr>
        <p:cNvPr id="1" name=""/>
        <p:cNvGrpSpPr/>
        <p:nvPr/>
      </p:nvGrpSpPr>
      <p:grpSpPr>
        <a:xfrm>
          <a:off x="0" y="0"/>
          <a:ext cx="0" cy="0"/>
          <a:chOff x="0" y="0"/>
          <a:chExt cx="0" cy="0"/>
        </a:xfrm>
      </p:grpSpPr>
      <p:sp>
        <p:nvSpPr>
          <p:cNvPr id="5" name="Bildplatzhalter 4">
            <a:extLst>
              <a:ext uri="{FF2B5EF4-FFF2-40B4-BE49-F238E27FC236}">
                <a16:creationId xmlns:a16="http://schemas.microsoft.com/office/drawing/2014/main" id="{EB061823-3F7A-48C8-8477-B410C18AC1B7}"/>
              </a:ext>
            </a:extLst>
          </p:cNvPr>
          <p:cNvSpPr>
            <a:spLocks noGrp="1"/>
          </p:cNvSpPr>
          <p:nvPr>
            <p:ph type="pic" sz="quarter" idx="11"/>
          </p:nvPr>
        </p:nvSpPr>
        <p:spPr>
          <a:xfrm>
            <a:off x="731838" y="1016000"/>
            <a:ext cx="10728325" cy="5256000"/>
          </a:xfrm>
        </p:spPr>
        <p:txBody>
          <a:bodyPr lIns="5580000" tIns="0" rIns="0" anchor="ctr" anchorCtr="0"/>
          <a:lstStyle>
            <a:lvl1pPr marL="0" indent="0" algn="ctr">
              <a:buNone/>
              <a:defRPr/>
            </a:lvl1pPr>
          </a:lstStyle>
          <a:p>
            <a:r>
              <a:rPr lang="en-US" noProof="0"/>
              <a:t>Click icon to add picture</a:t>
            </a:r>
            <a:endParaRPr lang="de-CH" noProof="0"/>
          </a:p>
        </p:txBody>
      </p:sp>
      <p:sp>
        <p:nvSpPr>
          <p:cNvPr id="2" name="Titel 1">
            <a:extLst>
              <a:ext uri="{FF2B5EF4-FFF2-40B4-BE49-F238E27FC236}">
                <a16:creationId xmlns:a16="http://schemas.microsoft.com/office/drawing/2014/main" id="{3491294E-BEE7-4DA8-BBC8-88E1A7B07AEF}"/>
              </a:ext>
            </a:extLst>
          </p:cNvPr>
          <p:cNvSpPr>
            <a:spLocks noGrp="1"/>
          </p:cNvSpPr>
          <p:nvPr>
            <p:ph type="ctrTitle"/>
          </p:nvPr>
        </p:nvSpPr>
        <p:spPr>
          <a:xfrm>
            <a:off x="0" y="2233538"/>
            <a:ext cx="5904000" cy="2772000"/>
          </a:xfrm>
          <a:solidFill>
            <a:schemeClr val="accent2"/>
          </a:solidFill>
        </p:spPr>
        <p:txBody>
          <a:bodyPr lIns="1080000" tIns="252000" anchor="t" anchorCtr="0"/>
          <a:lstStyle>
            <a:lvl1pPr algn="l">
              <a:lnSpc>
                <a:spcPct val="100000"/>
              </a:lnSpc>
              <a:defRPr sz="3600">
                <a:solidFill>
                  <a:schemeClr val="bg1"/>
                </a:solidFill>
              </a:defRPr>
            </a:lvl1pPr>
          </a:lstStyle>
          <a:p>
            <a:r>
              <a:rPr lang="en-US" noProof="0"/>
              <a:t>Click to edit Master title style</a:t>
            </a:r>
            <a:endParaRPr lang="de-CH" noProof="0"/>
          </a:p>
        </p:txBody>
      </p:sp>
      <p:pic>
        <p:nvPicPr>
          <p:cNvPr id="4" name="Grafik 3">
            <a:extLst>
              <a:ext uri="{FF2B5EF4-FFF2-40B4-BE49-F238E27FC236}">
                <a16:creationId xmlns:a16="http://schemas.microsoft.com/office/drawing/2014/main" id="{793E2EDD-B19F-478D-BB03-AD55EC1E86BD}"/>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27672" y="228020"/>
            <a:ext cx="3679200" cy="552508"/>
          </a:xfrm>
          <a:prstGeom prst="rect">
            <a:avLst/>
          </a:prstGeom>
        </p:spPr>
      </p:pic>
      <p:sp>
        <p:nvSpPr>
          <p:cNvPr id="7" name="Textplatzhalter 3">
            <a:extLst>
              <a:ext uri="{FF2B5EF4-FFF2-40B4-BE49-F238E27FC236}">
                <a16:creationId xmlns:a16="http://schemas.microsoft.com/office/drawing/2014/main" id="{D364BCB8-820F-4C3A-BA37-7048A4C8D4C3}"/>
              </a:ext>
            </a:extLst>
          </p:cNvPr>
          <p:cNvSpPr>
            <a:spLocks noGrp="1"/>
          </p:cNvSpPr>
          <p:nvPr>
            <p:ph type="body" sz="quarter" idx="13"/>
          </p:nvPr>
        </p:nvSpPr>
        <p:spPr>
          <a:xfrm>
            <a:off x="1078516" y="3860495"/>
            <a:ext cx="4680000" cy="1008000"/>
          </a:xfrm>
        </p:spPr>
        <p:txBody>
          <a:bodyPr/>
          <a:lstStyle>
            <a:lvl1pPr marL="0" indent="0">
              <a:lnSpc>
                <a:spcPct val="100000"/>
              </a:lnSpc>
              <a:spcBef>
                <a:spcPts val="0"/>
              </a:spcBef>
              <a:buNone/>
              <a:defRPr>
                <a:solidFill>
                  <a:schemeClr val="bg1"/>
                </a:solidFill>
              </a:defRPr>
            </a:lvl1pPr>
            <a:lvl2pPr marL="266700" indent="0">
              <a:lnSpc>
                <a:spcPct val="100000"/>
              </a:lnSpc>
              <a:spcBef>
                <a:spcPts val="0"/>
              </a:spcBef>
              <a:buNone/>
              <a:defRPr>
                <a:solidFill>
                  <a:schemeClr val="bg1"/>
                </a:solidFill>
              </a:defRPr>
            </a:lvl2pPr>
            <a:lvl3pPr marL="538163" indent="0">
              <a:lnSpc>
                <a:spcPct val="100000"/>
              </a:lnSpc>
              <a:spcBef>
                <a:spcPts val="0"/>
              </a:spcBef>
              <a:buNone/>
              <a:defRPr>
                <a:solidFill>
                  <a:schemeClr val="bg1"/>
                </a:solidFill>
              </a:defRPr>
            </a:lvl3pPr>
            <a:lvl4pPr marL="804862" indent="0">
              <a:lnSpc>
                <a:spcPct val="100000"/>
              </a:lnSpc>
              <a:spcBef>
                <a:spcPts val="0"/>
              </a:spcBef>
              <a:buNone/>
              <a:defRPr>
                <a:solidFill>
                  <a:schemeClr val="bg1"/>
                </a:solidFill>
              </a:defRPr>
            </a:lvl4pPr>
            <a:lvl5pPr marL="1076325" indent="0">
              <a:lnSpc>
                <a:spcPct val="100000"/>
              </a:lnSpc>
              <a:spcBef>
                <a:spcPts val="0"/>
              </a:spcBef>
              <a:buNone/>
              <a:defRPr>
                <a:solidFill>
                  <a:schemeClr val="bg1"/>
                </a:solidFill>
              </a:defRPr>
            </a:lvl5pPr>
          </a:lstStyle>
          <a:p>
            <a:pPr lvl="0"/>
            <a:r>
              <a:rPr lang="en-US" noProof="0"/>
              <a:t>Click to edit Master text styles</a:t>
            </a:r>
          </a:p>
        </p:txBody>
      </p:sp>
      <p:sp>
        <p:nvSpPr>
          <p:cNvPr id="11" name="Bildplatzhalter 8">
            <a:extLst>
              <a:ext uri="{FF2B5EF4-FFF2-40B4-BE49-F238E27FC236}">
                <a16:creationId xmlns:a16="http://schemas.microsoft.com/office/drawing/2014/main" id="{A73913C2-8DFE-4F15-B2DB-2A6D5C267009}"/>
              </a:ext>
            </a:extLst>
          </p:cNvPr>
          <p:cNvSpPr>
            <a:spLocks noGrp="1"/>
          </p:cNvSpPr>
          <p:nvPr>
            <p:ph type="pic" sz="quarter" idx="12"/>
          </p:nvPr>
        </p:nvSpPr>
        <p:spPr>
          <a:xfrm>
            <a:off x="10200163" y="6489088"/>
            <a:ext cx="1260000" cy="180000"/>
          </a:xfrm>
        </p:spPr>
        <p:txBody>
          <a:bodyPr/>
          <a:lstStyle>
            <a:lvl1pPr marL="0" indent="0" algn="l">
              <a:buNone/>
              <a:defRPr sz="700"/>
            </a:lvl1pPr>
          </a:lstStyle>
          <a:p>
            <a:r>
              <a:rPr lang="en-US" noProof="0"/>
              <a:t>Click icon to add picture</a:t>
            </a:r>
            <a:endParaRPr lang="de-CH" noProof="0"/>
          </a:p>
        </p:txBody>
      </p:sp>
      <p:sp>
        <p:nvSpPr>
          <p:cNvPr id="9" name="Textplatzhalter 5">
            <a:extLst>
              <a:ext uri="{FF2B5EF4-FFF2-40B4-BE49-F238E27FC236}">
                <a16:creationId xmlns:a16="http://schemas.microsoft.com/office/drawing/2014/main" id="{791A1AD7-DB7D-4C75-BEFB-EB6D34D3B2AB}"/>
              </a:ext>
            </a:extLst>
          </p:cNvPr>
          <p:cNvSpPr>
            <a:spLocks noGrp="1"/>
          </p:cNvSpPr>
          <p:nvPr>
            <p:ph type="body" sz="quarter" idx="16" hasCustomPrompt="1"/>
          </p:nvPr>
        </p:nvSpPr>
        <p:spPr>
          <a:xfrm>
            <a:off x="9696449" y="316800"/>
            <a:ext cx="1800000" cy="360000"/>
          </a:xfrm>
        </p:spPr>
        <p:txBody>
          <a:bodyPr anchor="b" anchorCtr="0"/>
          <a:lstStyle>
            <a:lvl1pPr marL="0" indent="0" algn="l">
              <a:spcBef>
                <a:spcPts val="0"/>
              </a:spcBef>
              <a:buNone/>
              <a:defRPr sz="1150"/>
            </a:lvl1pPr>
            <a:lvl2pPr>
              <a:defRPr sz="1150"/>
            </a:lvl2pPr>
            <a:lvl3pPr>
              <a:defRPr sz="1150"/>
            </a:lvl3pPr>
            <a:lvl4pPr>
              <a:defRPr sz="1150"/>
            </a:lvl4pPr>
            <a:lvl5pPr>
              <a:defRPr sz="1150"/>
            </a:lvl5pPr>
          </a:lstStyle>
          <a:p>
            <a:pPr lvl="0"/>
            <a:r>
              <a:rPr lang="de-DE" dirty="0"/>
              <a:t>Organisationseinheit verbal</a:t>
            </a:r>
            <a:br>
              <a:rPr lang="de-DE" dirty="0"/>
            </a:br>
            <a:r>
              <a:rPr lang="de-DE" dirty="0"/>
              <a:t>optional auf 2 Zeilen</a:t>
            </a:r>
          </a:p>
        </p:txBody>
      </p:sp>
    </p:spTree>
    <p:extLst>
      <p:ext uri="{BB962C8B-B14F-4D97-AF65-F5344CB8AC3E}">
        <p14:creationId xmlns:p14="http://schemas.microsoft.com/office/powerpoint/2010/main" val="2789257521"/>
      </p:ext>
    </p:extLst>
  </p:cSld>
  <p:clrMapOvr>
    <a:masterClrMapping/>
  </p:clrMapOvr>
  <p:extLst>
    <p:ext uri="{DCECCB84-F9BA-43D5-87BE-67443E8EF086}">
      <p15:sldGuideLst xmlns:p15="http://schemas.microsoft.com/office/powerpoint/2012/main">
        <p15:guide id="3" orient="horz" pos="640">
          <p15:clr>
            <a:srgbClr val="FBAE40"/>
          </p15:clr>
        </p15:guide>
        <p15:guide id="4" orient="horz" pos="39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Agend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lvl1pPr marL="539750" indent="-539750">
              <a:buFont typeface="+mj-lt"/>
              <a:buAutoNum type="arabicPeriod"/>
              <a:defRPr/>
            </a:lvl1pPr>
            <a:lvl2pPr marL="1079500" indent="-539750">
              <a:buFont typeface="+mj-lt"/>
              <a:buAutoNum type="arabicPeriod"/>
              <a:defRPr/>
            </a:lvl2pPr>
            <a:lvl3pPr marL="1612900" indent="-533400">
              <a:buFont typeface="+mj-lt"/>
              <a:buAutoNum type="arabicPeriod"/>
              <a:defRPr/>
            </a:lvl3pPr>
            <a:lvl4pPr marL="2152650" indent="-539750">
              <a:buFont typeface="+mj-lt"/>
              <a:buAutoNum type="arabicPeriod"/>
              <a:defRPr/>
            </a:lvl4pPr>
            <a:lvl5pPr marL="2692400" indent="-539750">
              <a:buFont typeface="+mj-lt"/>
              <a:buAutoNum type="arabicPeriod"/>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dirty="0"/>
              <a:t>Organisationseinheit verbal</a:t>
            </a:r>
            <a:endParaRPr lang="de-CH" noProof="0" dirty="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22215997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11B96697-4585-4368-989A-16003D150648}"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dirty="0"/>
              <a:t>Organisationseinheit verbal</a:t>
            </a:r>
            <a:endParaRPr lang="de-CH" noProof="0" dirty="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Tree>
    <p:extLst>
      <p:ext uri="{BB962C8B-B14F-4D97-AF65-F5344CB8AC3E}">
        <p14:creationId xmlns:p14="http://schemas.microsoft.com/office/powerpoint/2010/main" val="1888753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nhalt mit Fussno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A01E762-278A-4155-9BEB-7C2CB2386E92}"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Textplatzhalter 10">
            <a:extLst>
              <a:ext uri="{FF2B5EF4-FFF2-40B4-BE49-F238E27FC236}">
                <a16:creationId xmlns:a16="http://schemas.microsoft.com/office/drawing/2014/main" id="{2F6D94FA-21C6-4AE0-AA4F-3A077810ED93}"/>
              </a:ext>
            </a:extLst>
          </p:cNvPr>
          <p:cNvSpPr>
            <a:spLocks noGrp="1"/>
          </p:cNvSpPr>
          <p:nvPr>
            <p:ph type="body" sz="quarter" idx="13"/>
          </p:nvPr>
        </p:nvSpPr>
        <p:spPr>
          <a:xfrm>
            <a:off x="731836" y="5570135"/>
            <a:ext cx="5364164" cy="721233"/>
          </a:xfrm>
        </p:spPr>
        <p:txBody>
          <a:bodyPr anchor="b" anchorCtr="0"/>
          <a:lstStyle>
            <a:lvl1pPr marL="179388" indent="-179388">
              <a:spcBef>
                <a:spcPts val="0"/>
              </a:spcBef>
              <a:buFont typeface="+mj-lt"/>
              <a:buAutoNum type="arabicPeriod"/>
              <a:defRPr sz="800"/>
            </a:lvl1pPr>
            <a:lvl2pPr marL="266700" indent="0">
              <a:buNone/>
              <a:defRPr sz="800"/>
            </a:lvl2pPr>
            <a:lvl3pPr marL="538163" indent="0">
              <a:buNone/>
              <a:defRPr sz="800"/>
            </a:lvl3pPr>
            <a:lvl4pPr marL="804862" indent="0">
              <a:buNone/>
              <a:defRPr sz="800"/>
            </a:lvl4pPr>
            <a:lvl5pPr marL="1076325" indent="0">
              <a:buNone/>
              <a:defRPr sz="800"/>
            </a:lvl5pPr>
          </a:lstStyle>
          <a:p>
            <a:pPr lvl="0"/>
            <a:r>
              <a:rPr lang="en-US" noProof="0"/>
              <a:t>Click to edit Master text styles</a:t>
            </a:r>
          </a:p>
        </p:txBody>
      </p:sp>
    </p:spTree>
    <p:extLst>
      <p:ext uri="{BB962C8B-B14F-4D97-AF65-F5344CB8AC3E}">
        <p14:creationId xmlns:p14="http://schemas.microsoft.com/office/powerpoint/2010/main" val="4260017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Zwischenslide">
    <p:bg>
      <p:bgPr>
        <a:solidFill>
          <a:schemeClr val="tx1"/>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a:xfrm>
            <a:off x="731837" y="2224781"/>
            <a:ext cx="10728325" cy="1260000"/>
          </a:xfrm>
        </p:spPr>
        <p:txBody>
          <a:bodyPr/>
          <a:lstStyle>
            <a:lvl1pPr>
              <a:lnSpc>
                <a:spcPct val="100000"/>
              </a:lnSpc>
              <a:defRPr sz="3600">
                <a:solidFill>
                  <a:schemeClr val="bg1"/>
                </a:solidFill>
              </a:defRPr>
            </a:lvl1pPr>
          </a:lstStyle>
          <a:p>
            <a:r>
              <a:rPr lang="en-US"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lvl1pPr>
              <a:defRPr>
                <a:solidFill>
                  <a:schemeClr val="bg1"/>
                </a:solidFill>
              </a:defRPr>
            </a:lvl1pPr>
          </a:lstStyle>
          <a:p>
            <a:fld id="{6C4EAFE7-317E-4912-B75C-DD6945F82242}"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lvl1pPr>
              <a:defRPr>
                <a:solidFill>
                  <a:schemeClr val="bg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lvl1pPr>
              <a:defRPr>
                <a:solidFill>
                  <a:schemeClr val="bg1"/>
                </a:solidFill>
              </a:defRPr>
            </a:lvl1pPr>
          </a:lstStyle>
          <a:p>
            <a:fld id="{5ACA52AF-F19D-405C-AD5F-7D94B96A5CC3}" type="slidenum">
              <a:rPr lang="de-CH" noProof="0" smtClean="0"/>
              <a:pPr/>
              <a:t>‹#›</a:t>
            </a:fld>
            <a:endParaRPr lang="de-CH" noProof="0"/>
          </a:p>
        </p:txBody>
      </p:sp>
      <p:grpSp>
        <p:nvGrpSpPr>
          <p:cNvPr id="10" name="Grafik 6">
            <a:extLst>
              <a:ext uri="{FF2B5EF4-FFF2-40B4-BE49-F238E27FC236}">
                <a16:creationId xmlns:a16="http://schemas.microsoft.com/office/drawing/2014/main" id="{7F7C476A-2849-4D68-9FA2-3A5CFC13C833}"/>
              </a:ext>
            </a:extLst>
          </p:cNvPr>
          <p:cNvGrpSpPr/>
          <p:nvPr/>
        </p:nvGrpSpPr>
        <p:grpSpPr>
          <a:xfrm>
            <a:off x="731837" y="6507088"/>
            <a:ext cx="984462" cy="162000"/>
            <a:chOff x="731837" y="6507088"/>
            <a:chExt cx="984462" cy="162000"/>
          </a:xfrm>
          <a:solidFill>
            <a:schemeClr val="bg1"/>
          </a:solidFill>
        </p:grpSpPr>
        <p:grpSp>
          <p:nvGrpSpPr>
            <p:cNvPr id="12" name="Grafik 6">
              <a:extLst>
                <a:ext uri="{FF2B5EF4-FFF2-40B4-BE49-F238E27FC236}">
                  <a16:creationId xmlns:a16="http://schemas.microsoft.com/office/drawing/2014/main" id="{7F7C476A-2849-4D68-9FA2-3A5CFC13C833}"/>
                </a:ext>
              </a:extLst>
            </p:cNvPr>
            <p:cNvGrpSpPr/>
            <p:nvPr/>
          </p:nvGrpSpPr>
          <p:grpSpPr>
            <a:xfrm>
              <a:off x="1266489" y="6555186"/>
              <a:ext cx="197463" cy="110963"/>
              <a:chOff x="1266489" y="6555186"/>
              <a:chExt cx="197463" cy="110963"/>
            </a:xfrm>
            <a:grpFill/>
          </p:grpSpPr>
          <p:sp>
            <p:nvSpPr>
              <p:cNvPr id="13" name="Freihandform: Form 12">
                <a:extLst>
                  <a:ext uri="{FF2B5EF4-FFF2-40B4-BE49-F238E27FC236}">
                    <a16:creationId xmlns:a16="http://schemas.microsoft.com/office/drawing/2014/main" id="{18BB0752-F87C-44D9-A9A5-97AF1DEDA1AE}"/>
                  </a:ext>
                </a:extLst>
              </p:cNvPr>
              <p:cNvSpPr/>
              <p:nvPr/>
            </p:nvSpPr>
            <p:spPr>
              <a:xfrm>
                <a:off x="1266489" y="6556934"/>
                <a:ext cx="95902" cy="109216"/>
              </a:xfrm>
              <a:custGeom>
                <a:avLst/>
                <a:gdLst>
                  <a:gd name="connsiteX0" fmla="*/ 66742 w 95902"/>
                  <a:gd name="connsiteY0" fmla="*/ 65797 h 109216"/>
                  <a:gd name="connsiteX1" fmla="*/ 35339 w 95902"/>
                  <a:gd name="connsiteY1" fmla="*/ 95082 h 109216"/>
                  <a:gd name="connsiteX2" fmla="*/ 15953 w 95902"/>
                  <a:gd name="connsiteY2" fmla="*/ 79537 h 109216"/>
                  <a:gd name="connsiteX3" fmla="*/ 15899 w 95902"/>
                  <a:gd name="connsiteY3" fmla="*/ 76265 h 109216"/>
                  <a:gd name="connsiteX4" fmla="*/ 16896 w 95902"/>
                  <a:gd name="connsiteY4" fmla="*/ 66295 h 109216"/>
                  <a:gd name="connsiteX5" fmla="*/ 30230 w 95902"/>
                  <a:gd name="connsiteY5" fmla="*/ 0 h 109216"/>
                  <a:gd name="connsiteX6" fmla="*/ 30230 w 95902"/>
                  <a:gd name="connsiteY6" fmla="*/ 0 h 109216"/>
                  <a:gd name="connsiteX7" fmla="*/ 14528 w 95902"/>
                  <a:gd name="connsiteY7" fmla="*/ 0 h 109216"/>
                  <a:gd name="connsiteX8" fmla="*/ 1194 w 95902"/>
                  <a:gd name="connsiteY8" fmla="*/ 67791 h 109216"/>
                  <a:gd name="connsiteX9" fmla="*/ 1194 w 95902"/>
                  <a:gd name="connsiteY9" fmla="*/ 68788 h 109216"/>
                  <a:gd name="connsiteX10" fmla="*/ 73 w 95902"/>
                  <a:gd name="connsiteY10" fmla="*/ 78508 h 109216"/>
                  <a:gd name="connsiteX11" fmla="*/ 26638 w 95902"/>
                  <a:gd name="connsiteY11" fmla="*/ 109122 h 109216"/>
                  <a:gd name="connsiteX12" fmla="*/ 29980 w 95902"/>
                  <a:gd name="connsiteY12" fmla="*/ 109163 h 109216"/>
                  <a:gd name="connsiteX13" fmla="*/ 61384 w 95902"/>
                  <a:gd name="connsiteY13" fmla="*/ 96702 h 109216"/>
                  <a:gd name="connsiteX14" fmla="*/ 59265 w 95902"/>
                  <a:gd name="connsiteY14" fmla="*/ 107917 h 109216"/>
                  <a:gd name="connsiteX15" fmla="*/ 59265 w 95902"/>
                  <a:gd name="connsiteY15" fmla="*/ 107917 h 109216"/>
                  <a:gd name="connsiteX16" fmla="*/ 74842 w 95902"/>
                  <a:gd name="connsiteY16" fmla="*/ 107917 h 109216"/>
                  <a:gd name="connsiteX17" fmla="*/ 95902 w 95902"/>
                  <a:gd name="connsiteY17" fmla="*/ 0 h 109216"/>
                  <a:gd name="connsiteX18" fmla="*/ 95902 w 95902"/>
                  <a:gd name="connsiteY18" fmla="*/ 0 h 109216"/>
                  <a:gd name="connsiteX19" fmla="*/ 79951 w 95902"/>
                  <a:gd name="connsiteY19" fmla="*/ 0 h 1092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5902" h="109216">
                    <a:moveTo>
                      <a:pt x="66742" y="65797"/>
                    </a:moveTo>
                    <a:cubicBezTo>
                      <a:pt x="65228" y="82115"/>
                      <a:pt x="51723" y="94709"/>
                      <a:pt x="35339" y="95082"/>
                    </a:cubicBezTo>
                    <a:cubicBezTo>
                      <a:pt x="25692" y="96142"/>
                      <a:pt x="17013" y="89183"/>
                      <a:pt x="15953" y="79537"/>
                    </a:cubicBezTo>
                    <a:cubicBezTo>
                      <a:pt x="15833" y="78450"/>
                      <a:pt x="15814" y="77355"/>
                      <a:pt x="15899" y="76265"/>
                    </a:cubicBezTo>
                    <a:cubicBezTo>
                      <a:pt x="15976" y="72921"/>
                      <a:pt x="16309" y="69588"/>
                      <a:pt x="16896" y="66295"/>
                    </a:cubicBezTo>
                    <a:lnTo>
                      <a:pt x="30230" y="0"/>
                    </a:lnTo>
                    <a:lnTo>
                      <a:pt x="30230" y="0"/>
                    </a:lnTo>
                    <a:lnTo>
                      <a:pt x="14528" y="0"/>
                    </a:lnTo>
                    <a:lnTo>
                      <a:pt x="1194" y="67791"/>
                    </a:lnTo>
                    <a:lnTo>
                      <a:pt x="1194" y="68788"/>
                    </a:lnTo>
                    <a:cubicBezTo>
                      <a:pt x="472" y="71978"/>
                      <a:pt x="95" y="75237"/>
                      <a:pt x="73" y="78508"/>
                    </a:cubicBezTo>
                    <a:cubicBezTo>
                      <a:pt x="-1045" y="94298"/>
                      <a:pt x="10848" y="108004"/>
                      <a:pt x="26638" y="109122"/>
                    </a:cubicBezTo>
                    <a:cubicBezTo>
                      <a:pt x="27751" y="109200"/>
                      <a:pt x="28866" y="109214"/>
                      <a:pt x="29980" y="109163"/>
                    </a:cubicBezTo>
                    <a:cubicBezTo>
                      <a:pt x="41760" y="109765"/>
                      <a:pt x="53221" y="105218"/>
                      <a:pt x="61384" y="96702"/>
                    </a:cubicBezTo>
                    <a:lnTo>
                      <a:pt x="59265" y="107917"/>
                    </a:lnTo>
                    <a:lnTo>
                      <a:pt x="59265" y="107917"/>
                    </a:lnTo>
                    <a:lnTo>
                      <a:pt x="74842" y="107917"/>
                    </a:lnTo>
                    <a:lnTo>
                      <a:pt x="95902" y="0"/>
                    </a:lnTo>
                    <a:lnTo>
                      <a:pt x="95902" y="0"/>
                    </a:lnTo>
                    <a:lnTo>
                      <a:pt x="79951" y="0"/>
                    </a:lnTo>
                    <a:close/>
                  </a:path>
                </a:pathLst>
              </a:custGeom>
              <a:grpFill/>
              <a:ln w="12419" cap="flat">
                <a:noFill/>
                <a:prstDash val="solid"/>
                <a:miter/>
              </a:ln>
            </p:spPr>
            <p:txBody>
              <a:bodyPr rtlCol="0" anchor="ctr"/>
              <a:lstStyle/>
              <a:p>
                <a:endParaRPr lang="de-CH" noProof="0"/>
              </a:p>
            </p:txBody>
          </p:sp>
          <p:sp>
            <p:nvSpPr>
              <p:cNvPr id="14" name="Freihandform: Form 13">
                <a:extLst>
                  <a:ext uri="{FF2B5EF4-FFF2-40B4-BE49-F238E27FC236}">
                    <a16:creationId xmlns:a16="http://schemas.microsoft.com/office/drawing/2014/main" id="{ED44DE23-7081-4AC9-BF06-502BEC71C004}"/>
                  </a:ext>
                </a:extLst>
              </p:cNvPr>
              <p:cNvSpPr/>
              <p:nvPr/>
            </p:nvSpPr>
            <p:spPr>
              <a:xfrm>
                <a:off x="1376472" y="6555186"/>
                <a:ext cx="87480" cy="109664"/>
              </a:xfrm>
              <a:custGeom>
                <a:avLst/>
                <a:gdLst>
                  <a:gd name="connsiteX0" fmla="*/ 64302 w 87480"/>
                  <a:gd name="connsiteY0" fmla="*/ 3 h 109664"/>
                  <a:gd name="connsiteX1" fmla="*/ 34518 w 87480"/>
                  <a:gd name="connsiteY1" fmla="*/ 14209 h 109664"/>
                  <a:gd name="connsiteX2" fmla="*/ 36886 w 87480"/>
                  <a:gd name="connsiteY2" fmla="*/ 1747 h 109664"/>
                  <a:gd name="connsiteX3" fmla="*/ 36886 w 87480"/>
                  <a:gd name="connsiteY3" fmla="*/ 1747 h 109664"/>
                  <a:gd name="connsiteX4" fmla="*/ 21434 w 87480"/>
                  <a:gd name="connsiteY4" fmla="*/ 1747 h 109664"/>
                  <a:gd name="connsiteX5" fmla="*/ 0 w 87480"/>
                  <a:gd name="connsiteY5" fmla="*/ 109664 h 109664"/>
                  <a:gd name="connsiteX6" fmla="*/ 0 w 87480"/>
                  <a:gd name="connsiteY6" fmla="*/ 109664 h 109664"/>
                  <a:gd name="connsiteX7" fmla="*/ 15826 w 87480"/>
                  <a:gd name="connsiteY7" fmla="*/ 109664 h 109664"/>
                  <a:gd name="connsiteX8" fmla="*/ 28288 w 87480"/>
                  <a:gd name="connsiteY8" fmla="*/ 43493 h 109664"/>
                  <a:gd name="connsiteX9" fmla="*/ 59940 w 87480"/>
                  <a:gd name="connsiteY9" fmla="*/ 14209 h 109664"/>
                  <a:gd name="connsiteX10" fmla="*/ 75019 w 87480"/>
                  <a:gd name="connsiteY10" fmla="*/ 21810 h 109664"/>
                  <a:gd name="connsiteX11" fmla="*/ 75019 w 87480"/>
                  <a:gd name="connsiteY11" fmla="*/ 21810 h 109664"/>
                  <a:gd name="connsiteX12" fmla="*/ 87480 w 87480"/>
                  <a:gd name="connsiteY12" fmla="*/ 10346 h 109664"/>
                  <a:gd name="connsiteX13" fmla="*/ 87480 w 87480"/>
                  <a:gd name="connsiteY13" fmla="*/ 10346 h 109664"/>
                  <a:gd name="connsiteX14" fmla="*/ 63928 w 87480"/>
                  <a:gd name="connsiteY14" fmla="*/ 252 h 10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87480" h="109664">
                    <a:moveTo>
                      <a:pt x="64302" y="3"/>
                    </a:moveTo>
                    <a:cubicBezTo>
                      <a:pt x="52709" y="-136"/>
                      <a:pt x="41706" y="5111"/>
                      <a:pt x="34518" y="14209"/>
                    </a:cubicBezTo>
                    <a:lnTo>
                      <a:pt x="36886" y="1747"/>
                    </a:lnTo>
                    <a:lnTo>
                      <a:pt x="36886" y="1747"/>
                    </a:lnTo>
                    <a:lnTo>
                      <a:pt x="21434" y="1747"/>
                    </a:lnTo>
                    <a:lnTo>
                      <a:pt x="0" y="109664"/>
                    </a:lnTo>
                    <a:lnTo>
                      <a:pt x="0" y="109664"/>
                    </a:lnTo>
                    <a:lnTo>
                      <a:pt x="15826" y="109664"/>
                    </a:lnTo>
                    <a:lnTo>
                      <a:pt x="28288" y="43493"/>
                    </a:lnTo>
                    <a:cubicBezTo>
                      <a:pt x="30515" y="27438"/>
                      <a:pt x="43760" y="15183"/>
                      <a:pt x="59940" y="14209"/>
                    </a:cubicBezTo>
                    <a:cubicBezTo>
                      <a:pt x="65919" y="14072"/>
                      <a:pt x="71573" y="16922"/>
                      <a:pt x="75019" y="21810"/>
                    </a:cubicBezTo>
                    <a:lnTo>
                      <a:pt x="75019" y="21810"/>
                    </a:lnTo>
                    <a:lnTo>
                      <a:pt x="87480" y="10346"/>
                    </a:lnTo>
                    <a:lnTo>
                      <a:pt x="87480" y="10346"/>
                    </a:lnTo>
                    <a:cubicBezTo>
                      <a:pt x="81552" y="3603"/>
                      <a:pt x="72899" y="-105"/>
                      <a:pt x="63928" y="252"/>
                    </a:cubicBezTo>
                  </a:path>
                </a:pathLst>
              </a:custGeom>
              <a:grpFill/>
              <a:ln w="12419" cap="flat">
                <a:noFill/>
                <a:prstDash val="solid"/>
                <a:miter/>
              </a:ln>
            </p:spPr>
            <p:txBody>
              <a:bodyPr rtlCol="0" anchor="ctr"/>
              <a:lstStyle/>
              <a:p>
                <a:endParaRPr lang="de-CH" noProof="0"/>
              </a:p>
            </p:txBody>
          </p:sp>
        </p:grpSp>
        <p:sp>
          <p:nvSpPr>
            <p:cNvPr id="15" name="Freihandform: Form 14">
              <a:extLst>
                <a:ext uri="{FF2B5EF4-FFF2-40B4-BE49-F238E27FC236}">
                  <a16:creationId xmlns:a16="http://schemas.microsoft.com/office/drawing/2014/main" id="{18C24FD2-AEE2-43CA-8EB3-8E646C2E5E46}"/>
                </a:ext>
              </a:extLst>
            </p:cNvPr>
            <p:cNvSpPr/>
            <p:nvPr/>
          </p:nvSpPr>
          <p:spPr>
            <a:xfrm>
              <a:off x="1159517" y="6556560"/>
              <a:ext cx="96452" cy="108166"/>
            </a:xfrm>
            <a:custGeom>
              <a:avLst/>
              <a:gdLst>
                <a:gd name="connsiteX0" fmla="*/ 23303 w 96452"/>
                <a:gd name="connsiteY0" fmla="*/ 0 h 108166"/>
                <a:gd name="connsiteX1" fmla="*/ 20562 w 96452"/>
                <a:gd name="connsiteY1" fmla="*/ 13708 h 108166"/>
                <a:gd name="connsiteX2" fmla="*/ 20562 w 96452"/>
                <a:gd name="connsiteY2" fmla="*/ 13957 h 108166"/>
                <a:gd name="connsiteX3" fmla="*/ 74271 w 96452"/>
                <a:gd name="connsiteY3" fmla="*/ 13957 h 108166"/>
                <a:gd name="connsiteX4" fmla="*/ 2742 w 96452"/>
                <a:gd name="connsiteY4" fmla="*/ 94957 h 108166"/>
                <a:gd name="connsiteX5" fmla="*/ 2617 w 96452"/>
                <a:gd name="connsiteY5" fmla="*/ 94957 h 108166"/>
                <a:gd name="connsiteX6" fmla="*/ 0 w 96452"/>
                <a:gd name="connsiteY6" fmla="*/ 108166 h 108166"/>
                <a:gd name="connsiteX7" fmla="*/ 76265 w 96452"/>
                <a:gd name="connsiteY7" fmla="*/ 108166 h 108166"/>
                <a:gd name="connsiteX8" fmla="*/ 79006 w 96452"/>
                <a:gd name="connsiteY8" fmla="*/ 94209 h 108166"/>
                <a:gd name="connsiteX9" fmla="*/ 21932 w 96452"/>
                <a:gd name="connsiteY9" fmla="*/ 94209 h 108166"/>
                <a:gd name="connsiteX10" fmla="*/ 93835 w 96452"/>
                <a:gd name="connsiteY10" fmla="*/ 13209 h 108166"/>
                <a:gd name="connsiteX11" fmla="*/ 93835 w 96452"/>
                <a:gd name="connsiteY11" fmla="*/ 13209 h 108166"/>
                <a:gd name="connsiteX12" fmla="*/ 96452 w 96452"/>
                <a:gd name="connsiteY12" fmla="*/ 0 h 108166"/>
                <a:gd name="connsiteX13" fmla="*/ 23303 w 96452"/>
                <a:gd name="connsiteY13"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6452" h="108166">
                  <a:moveTo>
                    <a:pt x="23303" y="0"/>
                  </a:moveTo>
                  <a:lnTo>
                    <a:pt x="20562" y="13708"/>
                  </a:lnTo>
                  <a:lnTo>
                    <a:pt x="20562" y="13957"/>
                  </a:lnTo>
                  <a:lnTo>
                    <a:pt x="74271" y="13957"/>
                  </a:lnTo>
                  <a:lnTo>
                    <a:pt x="2742" y="94957"/>
                  </a:lnTo>
                  <a:lnTo>
                    <a:pt x="2617" y="94957"/>
                  </a:lnTo>
                  <a:lnTo>
                    <a:pt x="0" y="108166"/>
                  </a:lnTo>
                  <a:lnTo>
                    <a:pt x="76265" y="108166"/>
                  </a:lnTo>
                  <a:lnTo>
                    <a:pt x="79006" y="94209"/>
                  </a:lnTo>
                  <a:lnTo>
                    <a:pt x="21932" y="94209"/>
                  </a:lnTo>
                  <a:lnTo>
                    <a:pt x="93835" y="13209"/>
                  </a:lnTo>
                  <a:lnTo>
                    <a:pt x="93835" y="13209"/>
                  </a:lnTo>
                  <a:lnTo>
                    <a:pt x="96452" y="0"/>
                  </a:lnTo>
                  <a:lnTo>
                    <a:pt x="23303" y="0"/>
                  </a:lnTo>
                  <a:close/>
                </a:path>
              </a:pathLst>
            </a:custGeom>
            <a:grpFill/>
            <a:ln w="12419" cap="flat">
              <a:noFill/>
              <a:prstDash val="solid"/>
              <a:miter/>
            </a:ln>
          </p:spPr>
          <p:txBody>
            <a:bodyPr rtlCol="0" anchor="ctr"/>
            <a:lstStyle/>
            <a:p>
              <a:endParaRPr lang="de-CH" noProof="0"/>
            </a:p>
          </p:txBody>
        </p:sp>
        <p:sp>
          <p:nvSpPr>
            <p:cNvPr id="16" name="Freihandform: Form 15">
              <a:extLst>
                <a:ext uri="{FF2B5EF4-FFF2-40B4-BE49-F238E27FC236}">
                  <a16:creationId xmlns:a16="http://schemas.microsoft.com/office/drawing/2014/main" id="{AEE7F6F4-4D2C-45B3-A061-9606B2BD36A7}"/>
                </a:ext>
              </a:extLst>
            </p:cNvPr>
            <p:cNvSpPr/>
            <p:nvPr/>
          </p:nvSpPr>
          <p:spPr>
            <a:xfrm>
              <a:off x="1466445" y="6556560"/>
              <a:ext cx="37259" cy="108166"/>
            </a:xfrm>
            <a:custGeom>
              <a:avLst/>
              <a:gdLst>
                <a:gd name="connsiteX0" fmla="*/ 21683 w 37259"/>
                <a:gd name="connsiteY0" fmla="*/ 0 h 108166"/>
                <a:gd name="connsiteX1" fmla="*/ 0 w 37259"/>
                <a:gd name="connsiteY1" fmla="*/ 107917 h 108166"/>
                <a:gd name="connsiteX2" fmla="*/ 0 w 37259"/>
                <a:gd name="connsiteY2" fmla="*/ 108166 h 108166"/>
                <a:gd name="connsiteX3" fmla="*/ 15702 w 37259"/>
                <a:gd name="connsiteY3" fmla="*/ 108166 h 108166"/>
                <a:gd name="connsiteX4" fmla="*/ 37260 w 37259"/>
                <a:gd name="connsiteY4" fmla="*/ 0 h 108166"/>
                <a:gd name="connsiteX5" fmla="*/ 21683 w 37259"/>
                <a:gd name="connsiteY5" fmla="*/ 0 h 108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59" h="108166">
                  <a:moveTo>
                    <a:pt x="21683" y="0"/>
                  </a:moveTo>
                  <a:lnTo>
                    <a:pt x="0" y="107917"/>
                  </a:lnTo>
                  <a:lnTo>
                    <a:pt x="0" y="108166"/>
                  </a:lnTo>
                  <a:lnTo>
                    <a:pt x="15702" y="108166"/>
                  </a:lnTo>
                  <a:lnTo>
                    <a:pt x="37260" y="0"/>
                  </a:lnTo>
                  <a:lnTo>
                    <a:pt x="21683" y="0"/>
                  </a:lnTo>
                  <a:close/>
                </a:path>
              </a:pathLst>
            </a:custGeom>
            <a:grpFill/>
            <a:ln w="12419" cap="flat">
              <a:noFill/>
              <a:prstDash val="solid"/>
              <a:miter/>
            </a:ln>
          </p:spPr>
          <p:txBody>
            <a:bodyPr rtlCol="0" anchor="ctr"/>
            <a:lstStyle/>
            <a:p>
              <a:endParaRPr lang="de-CH" noProof="0"/>
            </a:p>
          </p:txBody>
        </p:sp>
        <p:grpSp>
          <p:nvGrpSpPr>
            <p:cNvPr id="17" name="Grafik 6">
              <a:extLst>
                <a:ext uri="{FF2B5EF4-FFF2-40B4-BE49-F238E27FC236}">
                  <a16:creationId xmlns:a16="http://schemas.microsoft.com/office/drawing/2014/main" id="{7F7C476A-2849-4D68-9FA2-3A5CFC13C833}"/>
                </a:ext>
              </a:extLst>
            </p:cNvPr>
            <p:cNvGrpSpPr/>
            <p:nvPr/>
          </p:nvGrpSpPr>
          <p:grpSpPr>
            <a:xfrm>
              <a:off x="1518879" y="6507337"/>
              <a:ext cx="191395" cy="158803"/>
              <a:chOff x="1518879" y="6507337"/>
              <a:chExt cx="191395" cy="158803"/>
            </a:xfrm>
            <a:grpFill/>
          </p:grpSpPr>
          <p:sp>
            <p:nvSpPr>
              <p:cNvPr id="18" name="Freihandform: Form 17">
                <a:extLst>
                  <a:ext uri="{FF2B5EF4-FFF2-40B4-BE49-F238E27FC236}">
                    <a16:creationId xmlns:a16="http://schemas.microsoft.com/office/drawing/2014/main" id="{B2186F78-5D28-4695-8B1C-5A3F1A53AAB3}"/>
                  </a:ext>
                </a:extLst>
              </p:cNvPr>
              <p:cNvSpPr/>
              <p:nvPr/>
            </p:nvSpPr>
            <p:spPr>
              <a:xfrm>
                <a:off x="1614114" y="6507337"/>
                <a:ext cx="96160" cy="157638"/>
              </a:xfrm>
              <a:custGeom>
                <a:avLst/>
                <a:gdLst>
                  <a:gd name="connsiteX0" fmla="*/ 66046 w 96160"/>
                  <a:gd name="connsiteY0" fmla="*/ 47852 h 157638"/>
                  <a:gd name="connsiteX1" fmla="*/ 35142 w 96160"/>
                  <a:gd name="connsiteY1" fmla="*/ 60314 h 157638"/>
                  <a:gd name="connsiteX2" fmla="*/ 47603 w 96160"/>
                  <a:gd name="connsiteY2" fmla="*/ 0 h 157638"/>
                  <a:gd name="connsiteX3" fmla="*/ 31652 w 96160"/>
                  <a:gd name="connsiteY3" fmla="*/ 0 h 157638"/>
                  <a:gd name="connsiteX4" fmla="*/ 0 w 96160"/>
                  <a:gd name="connsiteY4" fmla="*/ 157389 h 157638"/>
                  <a:gd name="connsiteX5" fmla="*/ 15701 w 96160"/>
                  <a:gd name="connsiteY5" fmla="*/ 157389 h 157638"/>
                  <a:gd name="connsiteX6" fmla="*/ 28911 w 96160"/>
                  <a:gd name="connsiteY6" fmla="*/ 91218 h 157638"/>
                  <a:gd name="connsiteX7" fmla="*/ 60563 w 96160"/>
                  <a:gd name="connsiteY7" fmla="*/ 62058 h 157638"/>
                  <a:gd name="connsiteX8" fmla="*/ 79837 w 96160"/>
                  <a:gd name="connsiteY8" fmla="*/ 77742 h 157638"/>
                  <a:gd name="connsiteX9" fmla="*/ 79878 w 96160"/>
                  <a:gd name="connsiteY9" fmla="*/ 80875 h 157638"/>
                  <a:gd name="connsiteX10" fmla="*/ 78757 w 96160"/>
                  <a:gd name="connsiteY10" fmla="*/ 90969 h 157638"/>
                  <a:gd name="connsiteX11" fmla="*/ 65423 w 96160"/>
                  <a:gd name="connsiteY11" fmla="*/ 157638 h 157638"/>
                  <a:gd name="connsiteX12" fmla="*/ 81125 w 96160"/>
                  <a:gd name="connsiteY12" fmla="*/ 157638 h 157638"/>
                  <a:gd name="connsiteX13" fmla="*/ 94957 w 96160"/>
                  <a:gd name="connsiteY13" fmla="*/ 89474 h 157638"/>
                  <a:gd name="connsiteX14" fmla="*/ 96078 w 96160"/>
                  <a:gd name="connsiteY14" fmla="*/ 78757 h 157638"/>
                  <a:gd name="connsiteX15" fmla="*/ 69522 w 96160"/>
                  <a:gd name="connsiteY15" fmla="*/ 47902 h 157638"/>
                  <a:gd name="connsiteX16" fmla="*/ 66046 w 96160"/>
                  <a:gd name="connsiteY16" fmla="*/ 47852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96160" h="157638">
                    <a:moveTo>
                      <a:pt x="66046" y="47852"/>
                    </a:moveTo>
                    <a:cubicBezTo>
                      <a:pt x="54431" y="47363"/>
                      <a:pt x="43168" y="51904"/>
                      <a:pt x="35142" y="60314"/>
                    </a:cubicBezTo>
                    <a:lnTo>
                      <a:pt x="47603" y="0"/>
                    </a:lnTo>
                    <a:lnTo>
                      <a:pt x="31652" y="0"/>
                    </a:lnTo>
                    <a:lnTo>
                      <a:pt x="0" y="157389"/>
                    </a:lnTo>
                    <a:lnTo>
                      <a:pt x="15701" y="157389"/>
                    </a:lnTo>
                    <a:lnTo>
                      <a:pt x="28911" y="91218"/>
                    </a:lnTo>
                    <a:cubicBezTo>
                      <a:pt x="30603" y="74910"/>
                      <a:pt x="44170" y="62411"/>
                      <a:pt x="60563" y="62058"/>
                    </a:cubicBezTo>
                    <a:cubicBezTo>
                      <a:pt x="70216" y="61067"/>
                      <a:pt x="78845" y="68088"/>
                      <a:pt x="79837" y="77742"/>
                    </a:cubicBezTo>
                    <a:cubicBezTo>
                      <a:pt x="79945" y="78783"/>
                      <a:pt x="79958" y="79832"/>
                      <a:pt x="79878" y="80875"/>
                    </a:cubicBezTo>
                    <a:cubicBezTo>
                      <a:pt x="79822" y="84268"/>
                      <a:pt x="79446" y="87647"/>
                      <a:pt x="78757" y="90969"/>
                    </a:cubicBezTo>
                    <a:lnTo>
                      <a:pt x="65423" y="157638"/>
                    </a:lnTo>
                    <a:lnTo>
                      <a:pt x="81125" y="157638"/>
                    </a:lnTo>
                    <a:lnTo>
                      <a:pt x="94957" y="89474"/>
                    </a:lnTo>
                    <a:cubicBezTo>
                      <a:pt x="95657" y="85943"/>
                      <a:pt x="96034" y="82356"/>
                      <a:pt x="96078" y="78757"/>
                    </a:cubicBezTo>
                    <a:cubicBezTo>
                      <a:pt x="97265" y="62903"/>
                      <a:pt x="85375" y="49089"/>
                      <a:pt x="69522" y="47902"/>
                    </a:cubicBezTo>
                    <a:cubicBezTo>
                      <a:pt x="68365" y="47815"/>
                      <a:pt x="67205" y="47799"/>
                      <a:pt x="66046" y="47852"/>
                    </a:cubicBezTo>
                  </a:path>
                </a:pathLst>
              </a:custGeom>
              <a:grpFill/>
              <a:ln w="12419" cap="flat">
                <a:noFill/>
                <a:prstDash val="solid"/>
                <a:miter/>
              </a:ln>
            </p:spPr>
            <p:txBody>
              <a:bodyPr rtlCol="0" anchor="ctr"/>
              <a:lstStyle/>
              <a:p>
                <a:endParaRPr lang="de-CH" noProof="0"/>
              </a:p>
            </p:txBody>
          </p:sp>
          <p:sp>
            <p:nvSpPr>
              <p:cNvPr id="19" name="Freihandform: Form 18">
                <a:extLst>
                  <a:ext uri="{FF2B5EF4-FFF2-40B4-BE49-F238E27FC236}">
                    <a16:creationId xmlns:a16="http://schemas.microsoft.com/office/drawing/2014/main" id="{1FE5475E-83C3-4BE3-BBF1-FAE9A6986B3F}"/>
                  </a:ext>
                </a:extLst>
              </p:cNvPr>
              <p:cNvSpPr/>
              <p:nvPr/>
            </p:nvSpPr>
            <p:spPr>
              <a:xfrm>
                <a:off x="1518879" y="6555189"/>
                <a:ext cx="87882" cy="110951"/>
              </a:xfrm>
              <a:custGeom>
                <a:avLst/>
                <a:gdLst>
                  <a:gd name="connsiteX0" fmla="*/ 56853 w 87882"/>
                  <a:gd name="connsiteY0" fmla="*/ 0 h 110951"/>
                  <a:gd name="connsiteX1" fmla="*/ 1649 w 87882"/>
                  <a:gd name="connsiteY1" fmla="*/ 55329 h 110951"/>
                  <a:gd name="connsiteX2" fmla="*/ 153 w 87882"/>
                  <a:gd name="connsiteY2" fmla="*/ 71903 h 110951"/>
                  <a:gd name="connsiteX3" fmla="*/ 32484 w 87882"/>
                  <a:gd name="connsiteY3" fmla="*/ 110801 h 110951"/>
                  <a:gd name="connsiteX4" fmla="*/ 37538 w 87882"/>
                  <a:gd name="connsiteY4" fmla="*/ 110908 h 110951"/>
                  <a:gd name="connsiteX5" fmla="*/ 73552 w 87882"/>
                  <a:gd name="connsiteY5" fmla="*/ 95705 h 110951"/>
                  <a:gd name="connsiteX6" fmla="*/ 73552 w 87882"/>
                  <a:gd name="connsiteY6" fmla="*/ 95705 h 110951"/>
                  <a:gd name="connsiteX7" fmla="*/ 64455 w 87882"/>
                  <a:gd name="connsiteY7" fmla="*/ 84614 h 110951"/>
                  <a:gd name="connsiteX8" fmla="*/ 64455 w 87882"/>
                  <a:gd name="connsiteY8" fmla="*/ 84614 h 110951"/>
                  <a:gd name="connsiteX9" fmla="*/ 64455 w 87882"/>
                  <a:gd name="connsiteY9" fmla="*/ 84614 h 110951"/>
                  <a:gd name="connsiteX10" fmla="*/ 38535 w 87882"/>
                  <a:gd name="connsiteY10" fmla="*/ 97075 h 110951"/>
                  <a:gd name="connsiteX11" fmla="*/ 15233 w 87882"/>
                  <a:gd name="connsiteY11" fmla="*/ 75551 h 110951"/>
                  <a:gd name="connsiteX12" fmla="*/ 15356 w 87882"/>
                  <a:gd name="connsiteY12" fmla="*/ 72152 h 110951"/>
                  <a:gd name="connsiteX13" fmla="*/ 17101 w 87882"/>
                  <a:gd name="connsiteY13" fmla="*/ 55952 h 110951"/>
                  <a:gd name="connsiteX14" fmla="*/ 31058 w 87882"/>
                  <a:gd name="connsiteY14" fmla="*/ 25048 h 110951"/>
                  <a:gd name="connsiteX15" fmla="*/ 55233 w 87882"/>
                  <a:gd name="connsiteY15" fmla="*/ 14206 h 110951"/>
                  <a:gd name="connsiteX16" fmla="*/ 76293 w 87882"/>
                  <a:gd name="connsiteY16" fmla="*/ 26668 h 110951"/>
                  <a:gd name="connsiteX17" fmla="*/ 76293 w 87882"/>
                  <a:gd name="connsiteY17" fmla="*/ 26668 h 110951"/>
                  <a:gd name="connsiteX18" fmla="*/ 87883 w 87882"/>
                  <a:gd name="connsiteY18" fmla="*/ 16823 h 110951"/>
                  <a:gd name="connsiteX19" fmla="*/ 87883 w 87882"/>
                  <a:gd name="connsiteY19" fmla="*/ 16823 h 110951"/>
                  <a:gd name="connsiteX20" fmla="*/ 56729 w 87882"/>
                  <a:gd name="connsiteY20" fmla="*/ 748 h 110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7882" h="110951">
                    <a:moveTo>
                      <a:pt x="56853" y="0"/>
                    </a:moveTo>
                    <a:cubicBezTo>
                      <a:pt x="28192" y="0"/>
                      <a:pt x="8129" y="20188"/>
                      <a:pt x="1649" y="55329"/>
                    </a:cubicBezTo>
                    <a:cubicBezTo>
                      <a:pt x="671" y="60800"/>
                      <a:pt x="170" y="66345"/>
                      <a:pt x="153" y="71903"/>
                    </a:cubicBezTo>
                    <a:cubicBezTo>
                      <a:pt x="-1660" y="91572"/>
                      <a:pt x="12814" y="108987"/>
                      <a:pt x="32484" y="110801"/>
                    </a:cubicBezTo>
                    <a:cubicBezTo>
                      <a:pt x="34163" y="110955"/>
                      <a:pt x="35853" y="110991"/>
                      <a:pt x="37538" y="110908"/>
                    </a:cubicBezTo>
                    <a:cubicBezTo>
                      <a:pt x="51112" y="110955"/>
                      <a:pt x="64118" y="105465"/>
                      <a:pt x="73552" y="95705"/>
                    </a:cubicBezTo>
                    <a:lnTo>
                      <a:pt x="73552" y="95705"/>
                    </a:lnTo>
                    <a:lnTo>
                      <a:pt x="64455" y="84614"/>
                    </a:lnTo>
                    <a:lnTo>
                      <a:pt x="64455" y="84614"/>
                    </a:lnTo>
                    <a:lnTo>
                      <a:pt x="64455" y="84614"/>
                    </a:lnTo>
                    <a:cubicBezTo>
                      <a:pt x="58138" y="92466"/>
                      <a:pt x="48613" y="97045"/>
                      <a:pt x="38535" y="97075"/>
                    </a:cubicBezTo>
                    <a:cubicBezTo>
                      <a:pt x="26157" y="97566"/>
                      <a:pt x="15724" y="87929"/>
                      <a:pt x="15233" y="75551"/>
                    </a:cubicBezTo>
                    <a:cubicBezTo>
                      <a:pt x="15188" y="74416"/>
                      <a:pt x="15229" y="73280"/>
                      <a:pt x="15356" y="72152"/>
                    </a:cubicBezTo>
                    <a:cubicBezTo>
                      <a:pt x="15424" y="66709"/>
                      <a:pt x="16008" y="61285"/>
                      <a:pt x="17101" y="55952"/>
                    </a:cubicBezTo>
                    <a:cubicBezTo>
                      <a:pt x="18838" y="44568"/>
                      <a:pt x="23666" y="33878"/>
                      <a:pt x="31058" y="25048"/>
                    </a:cubicBezTo>
                    <a:cubicBezTo>
                      <a:pt x="37213" y="18167"/>
                      <a:pt x="46002" y="14225"/>
                      <a:pt x="55233" y="14206"/>
                    </a:cubicBezTo>
                    <a:cubicBezTo>
                      <a:pt x="64085" y="13892"/>
                      <a:pt x="72308" y="18758"/>
                      <a:pt x="76293" y="26668"/>
                    </a:cubicBezTo>
                    <a:lnTo>
                      <a:pt x="76293" y="26668"/>
                    </a:lnTo>
                    <a:lnTo>
                      <a:pt x="87883" y="16823"/>
                    </a:lnTo>
                    <a:lnTo>
                      <a:pt x="87883" y="16823"/>
                    </a:lnTo>
                    <a:cubicBezTo>
                      <a:pt x="81104" y="6298"/>
                      <a:pt x="69235" y="174"/>
                      <a:pt x="56729" y="748"/>
                    </a:cubicBezTo>
                  </a:path>
                </a:pathLst>
              </a:custGeom>
              <a:grpFill/>
              <a:ln w="12419" cap="flat">
                <a:noFill/>
                <a:prstDash val="solid"/>
                <a:miter/>
              </a:ln>
            </p:spPr>
            <p:txBody>
              <a:bodyPr rtlCol="0" anchor="ctr"/>
              <a:lstStyle/>
              <a:p>
                <a:endParaRPr lang="de-CH" noProof="0"/>
              </a:p>
            </p:txBody>
          </p:sp>
        </p:grpSp>
        <p:sp>
          <p:nvSpPr>
            <p:cNvPr id="20" name="Freihandform: Form 19">
              <a:extLst>
                <a:ext uri="{FF2B5EF4-FFF2-40B4-BE49-F238E27FC236}">
                  <a16:creationId xmlns:a16="http://schemas.microsoft.com/office/drawing/2014/main" id="{41B77B6E-E7CB-412B-95AC-A9322C6799BB}"/>
                </a:ext>
              </a:extLst>
            </p:cNvPr>
            <p:cNvSpPr/>
            <p:nvPr/>
          </p:nvSpPr>
          <p:spPr>
            <a:xfrm>
              <a:off x="1493985"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1" name="Freihandform: Form 20">
              <a:extLst>
                <a:ext uri="{FF2B5EF4-FFF2-40B4-BE49-F238E27FC236}">
                  <a16:creationId xmlns:a16="http://schemas.microsoft.com/office/drawing/2014/main" id="{832E5C1A-13CE-49A6-B590-B6EAA5F9E1AD}"/>
                </a:ext>
              </a:extLst>
            </p:cNvPr>
            <p:cNvSpPr/>
            <p:nvPr/>
          </p:nvSpPr>
          <p:spPr>
            <a:xfrm>
              <a:off x="1340708" y="6507088"/>
              <a:ext cx="19689" cy="19689"/>
            </a:xfrm>
            <a:custGeom>
              <a:avLst/>
              <a:gdLst>
                <a:gd name="connsiteX0" fmla="*/ 3988 w 19689"/>
                <a:gd name="connsiteY0" fmla="*/ 0 h 19689"/>
                <a:gd name="connsiteX1" fmla="*/ 0 w 19689"/>
                <a:gd name="connsiteY1" fmla="*/ 19689 h 19689"/>
                <a:gd name="connsiteX2" fmla="*/ 15826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826"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2" name="Freihandform: Form 21">
              <a:extLst>
                <a:ext uri="{FF2B5EF4-FFF2-40B4-BE49-F238E27FC236}">
                  <a16:creationId xmlns:a16="http://schemas.microsoft.com/office/drawing/2014/main" id="{63AE00B0-780F-4053-8FE9-B7D321217AFF}"/>
                </a:ext>
              </a:extLst>
            </p:cNvPr>
            <p:cNvSpPr/>
            <p:nvPr/>
          </p:nvSpPr>
          <p:spPr>
            <a:xfrm>
              <a:off x="1298712" y="6507088"/>
              <a:ext cx="19689" cy="19689"/>
            </a:xfrm>
            <a:custGeom>
              <a:avLst/>
              <a:gdLst>
                <a:gd name="connsiteX0" fmla="*/ 3988 w 19689"/>
                <a:gd name="connsiteY0" fmla="*/ 0 h 19689"/>
                <a:gd name="connsiteX1" fmla="*/ 0 w 19689"/>
                <a:gd name="connsiteY1" fmla="*/ 19689 h 19689"/>
                <a:gd name="connsiteX2" fmla="*/ 15702 w 19689"/>
                <a:gd name="connsiteY2" fmla="*/ 19689 h 19689"/>
                <a:gd name="connsiteX3" fmla="*/ 19689 w 19689"/>
                <a:gd name="connsiteY3" fmla="*/ 0 h 19689"/>
                <a:gd name="connsiteX4" fmla="*/ 3988 w 19689"/>
                <a:gd name="connsiteY4" fmla="*/ 0 h 196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689" h="19689">
                  <a:moveTo>
                    <a:pt x="3988" y="0"/>
                  </a:moveTo>
                  <a:lnTo>
                    <a:pt x="0" y="19689"/>
                  </a:lnTo>
                  <a:lnTo>
                    <a:pt x="15702" y="19689"/>
                  </a:lnTo>
                  <a:lnTo>
                    <a:pt x="19689" y="0"/>
                  </a:lnTo>
                  <a:lnTo>
                    <a:pt x="3988" y="0"/>
                  </a:lnTo>
                  <a:close/>
                </a:path>
              </a:pathLst>
            </a:custGeom>
            <a:grpFill/>
            <a:ln w="12419" cap="flat">
              <a:noFill/>
              <a:prstDash val="solid"/>
              <a:miter/>
            </a:ln>
          </p:spPr>
          <p:txBody>
            <a:bodyPr rtlCol="0" anchor="ctr"/>
            <a:lstStyle/>
            <a:p>
              <a:endParaRPr lang="de-CH" noProof="0"/>
            </a:p>
          </p:txBody>
        </p:sp>
        <p:sp>
          <p:nvSpPr>
            <p:cNvPr id="23" name="Freihandform: Form 22">
              <a:extLst>
                <a:ext uri="{FF2B5EF4-FFF2-40B4-BE49-F238E27FC236}">
                  <a16:creationId xmlns:a16="http://schemas.microsoft.com/office/drawing/2014/main" id="{2406CEAF-7399-4CCB-A322-03F0BA2532F5}"/>
                </a:ext>
              </a:extLst>
            </p:cNvPr>
            <p:cNvSpPr/>
            <p:nvPr/>
          </p:nvSpPr>
          <p:spPr>
            <a:xfrm>
              <a:off x="731837" y="6507088"/>
              <a:ext cx="417960" cy="157638"/>
            </a:xfrm>
            <a:custGeom>
              <a:avLst/>
              <a:gdLst>
                <a:gd name="connsiteX0" fmla="*/ 368612 w 417960"/>
                <a:gd name="connsiteY0" fmla="*/ 0 h 157638"/>
                <a:gd name="connsiteX1" fmla="*/ 356151 w 417960"/>
                <a:gd name="connsiteY1" fmla="*/ 61062 h 157638"/>
                <a:gd name="connsiteX2" fmla="*/ 320760 w 417960"/>
                <a:gd name="connsiteY2" fmla="*/ 61062 h 157638"/>
                <a:gd name="connsiteX3" fmla="*/ 333222 w 417960"/>
                <a:gd name="connsiteY3" fmla="*/ 0 h 157638"/>
                <a:gd name="connsiteX4" fmla="*/ 31652 w 417960"/>
                <a:gd name="connsiteY4" fmla="*/ 0 h 157638"/>
                <a:gd name="connsiteX5" fmla="*/ 0 w 417960"/>
                <a:gd name="connsiteY5" fmla="*/ 157638 h 157638"/>
                <a:gd name="connsiteX6" fmla="*/ 120254 w 417960"/>
                <a:gd name="connsiteY6" fmla="*/ 157638 h 157638"/>
                <a:gd name="connsiteX7" fmla="*/ 128105 w 417960"/>
                <a:gd name="connsiteY7" fmla="*/ 118260 h 157638"/>
                <a:gd name="connsiteX8" fmla="*/ 57074 w 417960"/>
                <a:gd name="connsiteY8" fmla="*/ 118260 h 157638"/>
                <a:gd name="connsiteX9" fmla="*/ 61435 w 417960"/>
                <a:gd name="connsiteY9" fmla="*/ 96577 h 157638"/>
                <a:gd name="connsiteX10" fmla="*/ 132342 w 417960"/>
                <a:gd name="connsiteY10" fmla="*/ 96577 h 157638"/>
                <a:gd name="connsiteX11" fmla="*/ 139569 w 417960"/>
                <a:gd name="connsiteY11" fmla="*/ 61062 h 157638"/>
                <a:gd name="connsiteX12" fmla="*/ 68538 w 417960"/>
                <a:gd name="connsiteY12" fmla="*/ 61062 h 157638"/>
                <a:gd name="connsiteX13" fmla="*/ 72900 w 417960"/>
                <a:gd name="connsiteY13" fmla="*/ 39378 h 157638"/>
                <a:gd name="connsiteX14" fmla="*/ 185303 w 417960"/>
                <a:gd name="connsiteY14" fmla="*/ 39378 h 157638"/>
                <a:gd name="connsiteX15" fmla="*/ 161626 w 417960"/>
                <a:gd name="connsiteY15" fmla="*/ 157638 h 157638"/>
                <a:gd name="connsiteX16" fmla="*/ 210849 w 417960"/>
                <a:gd name="connsiteY16" fmla="*/ 157638 h 157638"/>
                <a:gd name="connsiteX17" fmla="*/ 234651 w 417960"/>
                <a:gd name="connsiteY17" fmla="*/ 39378 h 157638"/>
                <a:gd name="connsiteX18" fmla="*/ 276023 w 417960"/>
                <a:gd name="connsiteY18" fmla="*/ 39378 h 157638"/>
                <a:gd name="connsiteX19" fmla="*/ 252222 w 417960"/>
                <a:gd name="connsiteY19" fmla="*/ 157638 h 157638"/>
                <a:gd name="connsiteX20" fmla="*/ 301569 w 417960"/>
                <a:gd name="connsiteY20" fmla="*/ 157638 h 157638"/>
                <a:gd name="connsiteX21" fmla="*/ 313657 w 417960"/>
                <a:gd name="connsiteY21" fmla="*/ 96577 h 157638"/>
                <a:gd name="connsiteX22" fmla="*/ 349172 w 417960"/>
                <a:gd name="connsiteY22" fmla="*/ 96577 h 157638"/>
                <a:gd name="connsiteX23" fmla="*/ 336960 w 417960"/>
                <a:gd name="connsiteY23" fmla="*/ 157638 h 157638"/>
                <a:gd name="connsiteX24" fmla="*/ 386308 w 417960"/>
                <a:gd name="connsiteY24" fmla="*/ 157638 h 157638"/>
                <a:gd name="connsiteX25" fmla="*/ 417960 w 417960"/>
                <a:gd name="connsiteY25" fmla="*/ 0 h 157638"/>
                <a:gd name="connsiteX26" fmla="*/ 368612 w 417960"/>
                <a:gd name="connsiteY26" fmla="*/ 0 h 157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17960" h="157638">
                  <a:moveTo>
                    <a:pt x="368612" y="0"/>
                  </a:moveTo>
                  <a:lnTo>
                    <a:pt x="356151" y="61062"/>
                  </a:lnTo>
                  <a:lnTo>
                    <a:pt x="320760" y="61062"/>
                  </a:lnTo>
                  <a:lnTo>
                    <a:pt x="333222" y="0"/>
                  </a:lnTo>
                  <a:lnTo>
                    <a:pt x="31652" y="0"/>
                  </a:lnTo>
                  <a:lnTo>
                    <a:pt x="0" y="157638"/>
                  </a:lnTo>
                  <a:lnTo>
                    <a:pt x="120254" y="157638"/>
                  </a:lnTo>
                  <a:lnTo>
                    <a:pt x="128105" y="118260"/>
                  </a:lnTo>
                  <a:lnTo>
                    <a:pt x="57074" y="118260"/>
                  </a:lnTo>
                  <a:lnTo>
                    <a:pt x="61435" y="96577"/>
                  </a:lnTo>
                  <a:lnTo>
                    <a:pt x="132342" y="96577"/>
                  </a:lnTo>
                  <a:lnTo>
                    <a:pt x="139569" y="61062"/>
                  </a:lnTo>
                  <a:lnTo>
                    <a:pt x="68538" y="61062"/>
                  </a:lnTo>
                  <a:lnTo>
                    <a:pt x="72900" y="39378"/>
                  </a:lnTo>
                  <a:lnTo>
                    <a:pt x="185303" y="39378"/>
                  </a:lnTo>
                  <a:lnTo>
                    <a:pt x="161626" y="157638"/>
                  </a:lnTo>
                  <a:lnTo>
                    <a:pt x="210849" y="157638"/>
                  </a:lnTo>
                  <a:lnTo>
                    <a:pt x="234651" y="39378"/>
                  </a:lnTo>
                  <a:lnTo>
                    <a:pt x="276023" y="39378"/>
                  </a:lnTo>
                  <a:lnTo>
                    <a:pt x="252222" y="157638"/>
                  </a:lnTo>
                  <a:lnTo>
                    <a:pt x="301569" y="157638"/>
                  </a:lnTo>
                  <a:lnTo>
                    <a:pt x="313657" y="96577"/>
                  </a:lnTo>
                  <a:lnTo>
                    <a:pt x="349172" y="96577"/>
                  </a:lnTo>
                  <a:lnTo>
                    <a:pt x="336960" y="157638"/>
                  </a:lnTo>
                  <a:lnTo>
                    <a:pt x="386308" y="157638"/>
                  </a:lnTo>
                  <a:lnTo>
                    <a:pt x="417960" y="0"/>
                  </a:lnTo>
                  <a:lnTo>
                    <a:pt x="368612" y="0"/>
                  </a:lnTo>
                  <a:close/>
                </a:path>
              </a:pathLst>
            </a:custGeom>
            <a:grpFill/>
            <a:ln w="12419" cap="flat">
              <a:noFill/>
              <a:prstDash val="solid"/>
              <a:miter/>
            </a:ln>
          </p:spPr>
          <p:txBody>
            <a:bodyPr rtlCol="0" anchor="ctr"/>
            <a:lstStyle/>
            <a:p>
              <a:endParaRPr lang="de-CH" noProof="0"/>
            </a:p>
          </p:txBody>
        </p:sp>
      </p:grpSp>
    </p:spTree>
    <p:extLst>
      <p:ext uri="{BB962C8B-B14F-4D97-AF65-F5344CB8AC3E}">
        <p14:creationId xmlns:p14="http://schemas.microsoft.com/office/powerpoint/2010/main" val="37168353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nhalt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lvl1pPr>
              <a:defRPr/>
            </a:lvl1pPr>
          </a:lstStyle>
          <a:p>
            <a:r>
              <a:rPr lang="en-US" noProof="0"/>
              <a:t>Click to edit Master title style</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C47C2547-0B26-4181-9958-0F74634B97A1}"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1412874"/>
            <a:ext cx="10728000" cy="4860000"/>
          </a:xfrm>
        </p:spPr>
        <p:txBody>
          <a:bodyPr tIns="1620000"/>
          <a:lstStyle>
            <a:lvl1pPr marL="0" indent="0" algn="ctr">
              <a:buNone/>
              <a:defRPr/>
            </a:lvl1pPr>
          </a:lstStyle>
          <a:p>
            <a:r>
              <a:rPr lang="en-US" noProof="0"/>
              <a:t>Click icon to add picture</a:t>
            </a:r>
            <a:endParaRPr lang="de-CH" noProof="0"/>
          </a:p>
        </p:txBody>
      </p:sp>
    </p:spTree>
    <p:extLst>
      <p:ext uri="{BB962C8B-B14F-4D97-AF65-F5344CB8AC3E}">
        <p14:creationId xmlns:p14="http://schemas.microsoft.com/office/powerpoint/2010/main" val="943852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ld full page">
    <p:spTree>
      <p:nvGrpSpPr>
        <p:cNvPr id="1" name=""/>
        <p:cNvGrpSpPr/>
        <p:nvPr/>
      </p:nvGrpSpPr>
      <p:grpSpPr>
        <a:xfrm>
          <a:off x="0" y="0"/>
          <a:ext cx="0" cy="0"/>
          <a:chOff x="0" y="0"/>
          <a:chExt cx="0" cy="0"/>
        </a:xfrm>
      </p:grpSpPr>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4A533879-9C0F-4F94-919F-30B833E8871A}"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05941150-30DE-48F5-9038-0E82CD18DE28}"/>
              </a:ext>
            </a:extLst>
          </p:cNvPr>
          <p:cNvSpPr>
            <a:spLocks noGrp="1"/>
          </p:cNvSpPr>
          <p:nvPr>
            <p:ph type="pic" sz="quarter" idx="13"/>
          </p:nvPr>
        </p:nvSpPr>
        <p:spPr>
          <a:xfrm>
            <a:off x="731837" y="260350"/>
            <a:ext cx="10728000" cy="6012524"/>
          </a:xfrm>
        </p:spPr>
        <p:txBody>
          <a:bodyPr tIns="2160000"/>
          <a:lstStyle>
            <a:lvl1pPr marL="0" indent="0" algn="ctr">
              <a:buNone/>
              <a:defRPr/>
            </a:lvl1pPr>
          </a:lstStyle>
          <a:p>
            <a:r>
              <a:rPr lang="en-US" noProof="0"/>
              <a:t>Click icon to add picture</a:t>
            </a:r>
            <a:endParaRPr lang="de-CH" noProof="0"/>
          </a:p>
        </p:txBody>
      </p:sp>
    </p:spTree>
    <p:extLst>
      <p:ext uri="{BB962C8B-B14F-4D97-AF65-F5344CB8AC3E}">
        <p14:creationId xmlns:p14="http://schemas.microsoft.com/office/powerpoint/2010/main" val="2842048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nhalt zwei Spalt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6204163" y="1412875"/>
            <a:ext cx="5256000" cy="486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68EF82BE-DF56-4719-B180-C3B0D509F71F}"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040000" cy="4860000"/>
          </a:xfrm>
        </p:spPr>
        <p:txBody>
          <a:bodyPr tIns="1620000"/>
          <a:lstStyle>
            <a:lvl1pPr marL="0" indent="0" algn="ctr">
              <a:buNone/>
              <a:defRPr/>
            </a:lvl1pPr>
          </a:lstStyle>
          <a:p>
            <a:r>
              <a:rPr lang="en-US" noProof="0"/>
              <a:t>Click icon to add picture</a:t>
            </a:r>
            <a:endParaRPr lang="de-CH" noProof="0"/>
          </a:p>
        </p:txBody>
      </p:sp>
    </p:spTree>
    <p:extLst>
      <p:ext uri="{BB962C8B-B14F-4D97-AF65-F5344CB8AC3E}">
        <p14:creationId xmlns:p14="http://schemas.microsoft.com/office/powerpoint/2010/main" val="3996394784"/>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nhalt 2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5121800"/>
            <a:ext cx="5255999" cy="11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3E1B9425-7348-43E2-B0E9-6A2A48F5FA8A}"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5256000" cy="3420000"/>
          </a:xfrm>
        </p:spPr>
        <p:txBody>
          <a:bodyPr tIns="900000"/>
          <a:lstStyle>
            <a:lvl1pPr marL="0" indent="0" algn="ctr">
              <a:buNone/>
              <a:defRPr/>
            </a:lvl1pPr>
          </a:lstStyle>
          <a:p>
            <a:r>
              <a:rPr lang="en-US" noProof="0"/>
              <a:t>Click icon to add picture</a:t>
            </a:r>
            <a:endParaRPr lang="de-CH" noProof="0"/>
          </a:p>
        </p:txBody>
      </p:sp>
      <p:sp>
        <p:nvSpPr>
          <p:cNvPr id="9" name="Bildplatzhalter 10">
            <a:extLst>
              <a:ext uri="{FF2B5EF4-FFF2-40B4-BE49-F238E27FC236}">
                <a16:creationId xmlns:a16="http://schemas.microsoft.com/office/drawing/2014/main" id="{1AAB6914-2518-430D-BF4C-14EA51B61410}"/>
              </a:ext>
            </a:extLst>
          </p:cNvPr>
          <p:cNvSpPr>
            <a:spLocks noGrp="1"/>
          </p:cNvSpPr>
          <p:nvPr>
            <p:ph type="pic" sz="quarter" idx="14"/>
          </p:nvPr>
        </p:nvSpPr>
        <p:spPr>
          <a:xfrm>
            <a:off x="6204162" y="1412875"/>
            <a:ext cx="5256000" cy="3420000"/>
          </a:xfrm>
        </p:spPr>
        <p:txBody>
          <a:bodyPr tIns="900000"/>
          <a:lstStyle>
            <a:lvl1pPr marL="0" indent="0" algn="ctr">
              <a:buNone/>
              <a:defRPr/>
            </a:lvl1pPr>
          </a:lstStyle>
          <a:p>
            <a:r>
              <a:rPr lang="en-US" noProof="0"/>
              <a:t>Click icon to add picture</a:t>
            </a:r>
            <a:endParaRPr lang="de-CH" noProof="0"/>
          </a:p>
        </p:txBody>
      </p:sp>
      <p:sp>
        <p:nvSpPr>
          <p:cNvPr id="12" name="Inhaltsplatzhalter 2">
            <a:extLst>
              <a:ext uri="{FF2B5EF4-FFF2-40B4-BE49-F238E27FC236}">
                <a16:creationId xmlns:a16="http://schemas.microsoft.com/office/drawing/2014/main" id="{5092EEFB-079B-4C38-A665-E52B9837601B}"/>
              </a:ext>
            </a:extLst>
          </p:cNvPr>
          <p:cNvSpPr>
            <a:spLocks noGrp="1"/>
          </p:cNvSpPr>
          <p:nvPr>
            <p:ph idx="15"/>
          </p:nvPr>
        </p:nvSpPr>
        <p:spPr>
          <a:xfrm>
            <a:off x="6204162" y="5121800"/>
            <a:ext cx="5256001" cy="1152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Tree>
    <p:extLst>
      <p:ext uri="{BB962C8B-B14F-4D97-AF65-F5344CB8AC3E}">
        <p14:creationId xmlns:p14="http://schemas.microsoft.com/office/powerpoint/2010/main" val="1085750778"/>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nhalt 3 Bild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6" y="4166439"/>
            <a:ext cx="10728327" cy="2124401"/>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de-CH" noProof="0"/>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0F7782B2-018B-4FD3-AD95-2F64EDE0E9D6}"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11" name="Bildplatzhalter 10">
            <a:extLst>
              <a:ext uri="{FF2B5EF4-FFF2-40B4-BE49-F238E27FC236}">
                <a16:creationId xmlns:a16="http://schemas.microsoft.com/office/drawing/2014/main" id="{221A3BAE-B19D-4390-B4A5-2C8A2CC87C59}"/>
              </a:ext>
            </a:extLst>
          </p:cNvPr>
          <p:cNvSpPr>
            <a:spLocks noGrp="1"/>
          </p:cNvSpPr>
          <p:nvPr>
            <p:ph type="pic" sz="quarter" idx="13"/>
          </p:nvPr>
        </p:nvSpPr>
        <p:spPr>
          <a:xfrm>
            <a:off x="731838" y="1412875"/>
            <a:ext cx="3420000" cy="2484000"/>
          </a:xfrm>
        </p:spPr>
        <p:txBody>
          <a:bodyPr tIns="360000"/>
          <a:lstStyle>
            <a:lvl1pPr marL="0" indent="0" algn="ctr">
              <a:buNone/>
              <a:defRPr/>
            </a:lvl1pPr>
          </a:lstStyle>
          <a:p>
            <a:r>
              <a:rPr lang="en-US" noProof="0"/>
              <a:t>Click icon to add picture</a:t>
            </a:r>
            <a:endParaRPr lang="de-CH" noProof="0"/>
          </a:p>
        </p:txBody>
      </p:sp>
      <p:sp>
        <p:nvSpPr>
          <p:cNvPr id="13" name="Bildplatzhalter 10">
            <a:extLst>
              <a:ext uri="{FF2B5EF4-FFF2-40B4-BE49-F238E27FC236}">
                <a16:creationId xmlns:a16="http://schemas.microsoft.com/office/drawing/2014/main" id="{36793346-BF6B-42A8-ADE0-3AA3DC3B239A}"/>
              </a:ext>
            </a:extLst>
          </p:cNvPr>
          <p:cNvSpPr>
            <a:spLocks noGrp="1"/>
          </p:cNvSpPr>
          <p:nvPr>
            <p:ph type="pic" sz="quarter" idx="16"/>
          </p:nvPr>
        </p:nvSpPr>
        <p:spPr>
          <a:xfrm>
            <a:off x="8040162" y="1414800"/>
            <a:ext cx="3420000" cy="2484000"/>
          </a:xfrm>
        </p:spPr>
        <p:txBody>
          <a:bodyPr tIns="360000"/>
          <a:lstStyle>
            <a:lvl1pPr marL="0" indent="0" algn="ctr">
              <a:buNone/>
              <a:defRPr/>
            </a:lvl1pPr>
          </a:lstStyle>
          <a:p>
            <a:r>
              <a:rPr lang="en-US" noProof="0"/>
              <a:t>Click icon to add picture</a:t>
            </a:r>
            <a:endParaRPr lang="de-CH" noProof="0"/>
          </a:p>
        </p:txBody>
      </p:sp>
      <p:sp>
        <p:nvSpPr>
          <p:cNvPr id="14" name="Bildplatzhalter 10">
            <a:extLst>
              <a:ext uri="{FF2B5EF4-FFF2-40B4-BE49-F238E27FC236}">
                <a16:creationId xmlns:a16="http://schemas.microsoft.com/office/drawing/2014/main" id="{FE637F68-618E-43EB-B240-4BFA26852FC5}"/>
              </a:ext>
            </a:extLst>
          </p:cNvPr>
          <p:cNvSpPr>
            <a:spLocks noGrp="1"/>
          </p:cNvSpPr>
          <p:nvPr>
            <p:ph type="pic" sz="quarter" idx="17"/>
          </p:nvPr>
        </p:nvSpPr>
        <p:spPr>
          <a:xfrm>
            <a:off x="4385999" y="1414800"/>
            <a:ext cx="3420000" cy="2484000"/>
          </a:xfrm>
        </p:spPr>
        <p:txBody>
          <a:bodyPr tIns="360000"/>
          <a:lstStyle>
            <a:lvl1pPr marL="0" indent="0" algn="ctr">
              <a:buNone/>
              <a:defRPr/>
            </a:lvl1pPr>
          </a:lstStyle>
          <a:p>
            <a:r>
              <a:rPr lang="en-US" noProof="0"/>
              <a:t>Click icon to add picture</a:t>
            </a:r>
            <a:endParaRPr lang="de-CH" noProof="0"/>
          </a:p>
        </p:txBody>
      </p:sp>
    </p:spTree>
    <p:extLst>
      <p:ext uri="{BB962C8B-B14F-4D97-AF65-F5344CB8AC3E}">
        <p14:creationId xmlns:p14="http://schemas.microsoft.com/office/powerpoint/2010/main" val="2252988954"/>
      </p:ext>
    </p:extLst>
  </p:cSld>
  <p:clrMapOvr>
    <a:masterClrMapping/>
  </p:clrMapOvr>
  <p:extLst>
    <p:ext uri="{DCECCB84-F9BA-43D5-87BE-67443E8EF086}">
      <p15:sldGuideLst xmlns:p15="http://schemas.microsoft.com/office/powerpoint/2012/main">
        <p15:guide id="1" orient="horz" pos="39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Inhalt Tabell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346F7F9-CBC8-4641-B12B-7E76FD213E12}"/>
              </a:ext>
            </a:extLst>
          </p:cNvPr>
          <p:cNvSpPr>
            <a:spLocks noGrp="1"/>
          </p:cNvSpPr>
          <p:nvPr>
            <p:ph type="title"/>
          </p:nvPr>
        </p:nvSpPr>
        <p:spPr/>
        <p:txBody>
          <a:bodyPr/>
          <a:lstStyle/>
          <a:p>
            <a:r>
              <a:rPr lang="en-US" noProof="0"/>
              <a:t>Click to edit Master title style</a:t>
            </a:r>
            <a:endParaRPr lang="de-CH" noProof="0"/>
          </a:p>
        </p:txBody>
      </p:sp>
      <p:sp>
        <p:nvSpPr>
          <p:cNvPr id="3" name="Inhaltsplatzhalter 2">
            <a:extLst>
              <a:ext uri="{FF2B5EF4-FFF2-40B4-BE49-F238E27FC236}">
                <a16:creationId xmlns:a16="http://schemas.microsoft.com/office/drawing/2014/main" id="{87D3E2EF-5F98-49EC-BCEA-B215D49920A3}"/>
              </a:ext>
            </a:extLst>
          </p:cNvPr>
          <p:cNvSpPr>
            <a:spLocks noGrp="1"/>
          </p:cNvSpPr>
          <p:nvPr>
            <p:ph idx="1"/>
          </p:nvPr>
        </p:nvSpPr>
        <p:spPr>
          <a:xfrm>
            <a:off x="731837" y="1412875"/>
            <a:ext cx="10728325" cy="396000"/>
          </a:xfrm>
        </p:spPr>
        <p:txBody>
          <a:bodyPr/>
          <a:lstStyle>
            <a:lvl1pPr marL="0" indent="0">
              <a:buNone/>
              <a:defRPr b="1"/>
            </a:lvl1pPr>
            <a:lvl2pPr marL="266700" indent="0">
              <a:buNone/>
              <a:defRPr b="1"/>
            </a:lvl2pPr>
            <a:lvl3pPr marL="538163" indent="0">
              <a:buNone/>
              <a:defRPr b="1"/>
            </a:lvl3pPr>
            <a:lvl4pPr marL="804862" indent="0">
              <a:buNone/>
              <a:defRPr b="1"/>
            </a:lvl4pPr>
            <a:lvl5pPr marL="1076325" indent="0">
              <a:buNone/>
              <a:defRPr b="1"/>
            </a:lvl5pPr>
          </a:lstStyle>
          <a:p>
            <a:pPr lvl="0"/>
            <a:r>
              <a:rPr lang="en-US" noProof="0"/>
              <a:t>Click to edit Master text styles</a:t>
            </a:r>
          </a:p>
        </p:txBody>
      </p:sp>
      <p:sp>
        <p:nvSpPr>
          <p:cNvPr id="4" name="Datumsplatzhalter 3">
            <a:extLst>
              <a:ext uri="{FF2B5EF4-FFF2-40B4-BE49-F238E27FC236}">
                <a16:creationId xmlns:a16="http://schemas.microsoft.com/office/drawing/2014/main" id="{67DB21BA-81C0-43DB-A42C-5F672DBC37F2}"/>
              </a:ext>
            </a:extLst>
          </p:cNvPr>
          <p:cNvSpPr>
            <a:spLocks noGrp="1"/>
          </p:cNvSpPr>
          <p:nvPr>
            <p:ph type="dt" sz="half" idx="10"/>
          </p:nvPr>
        </p:nvSpPr>
        <p:spPr/>
        <p:txBody>
          <a:bodyPr/>
          <a:lstStyle/>
          <a:p>
            <a:fld id="{D0A0FED0-443D-411A-B8E4-0668A8890EE3}"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1BC78786-28C3-4EAB-A3FC-1A4BFA8447EC}"/>
              </a:ext>
            </a:extLst>
          </p:cNvPr>
          <p:cNvSpPr>
            <a:spLocks noGrp="1"/>
          </p:cNvSpPr>
          <p:nvPr>
            <p:ph type="ftr" sz="quarter" idx="11"/>
          </p:nvPr>
        </p:nvSpPr>
        <p:spPr/>
        <p:txBody>
          <a:body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0FC1D5C1-A4AD-42D4-93B7-D3B71140E3A1}"/>
              </a:ext>
            </a:extLst>
          </p:cNvPr>
          <p:cNvSpPr>
            <a:spLocks noGrp="1"/>
          </p:cNvSpPr>
          <p:nvPr>
            <p:ph type="sldNum" sz="quarter" idx="12"/>
          </p:nvPr>
        </p:nvSpPr>
        <p:spPr/>
        <p:txBody>
          <a:bodyPr/>
          <a:lstStyle/>
          <a:p>
            <a:fld id="{5ACA52AF-F19D-405C-AD5F-7D94B96A5CC3}" type="slidenum">
              <a:rPr lang="de-CH" noProof="0" smtClean="0"/>
              <a:t>‹#›</a:t>
            </a:fld>
            <a:endParaRPr lang="de-CH" noProof="0"/>
          </a:p>
        </p:txBody>
      </p:sp>
      <p:pic>
        <p:nvPicPr>
          <p:cNvPr id="7" name="Grafik 6">
            <a:extLst>
              <a:ext uri="{FF2B5EF4-FFF2-40B4-BE49-F238E27FC236}">
                <a16:creationId xmlns:a16="http://schemas.microsoft.com/office/drawing/2014/main" id="{7F7C476A-2849-4D68-9FA2-3A5CFC13C833}"/>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7" y="6507088"/>
            <a:ext cx="984462" cy="162000"/>
          </a:xfrm>
          <a:prstGeom prst="rect">
            <a:avLst/>
          </a:prstGeom>
        </p:spPr>
      </p:pic>
      <p:sp>
        <p:nvSpPr>
          <p:cNvPr id="9" name="Tabellenplatzhalter 8">
            <a:extLst>
              <a:ext uri="{FF2B5EF4-FFF2-40B4-BE49-F238E27FC236}">
                <a16:creationId xmlns:a16="http://schemas.microsoft.com/office/drawing/2014/main" id="{A1D947E6-CC00-458E-BDE1-B0877E30333C}"/>
              </a:ext>
            </a:extLst>
          </p:cNvPr>
          <p:cNvSpPr>
            <a:spLocks noGrp="1"/>
          </p:cNvSpPr>
          <p:nvPr>
            <p:ph type="tbl" sz="quarter" idx="13"/>
          </p:nvPr>
        </p:nvSpPr>
        <p:spPr>
          <a:xfrm>
            <a:off x="731838" y="2061398"/>
            <a:ext cx="10728325" cy="4212401"/>
          </a:xfrm>
        </p:spPr>
        <p:txBody>
          <a:bodyPr tIns="1260000"/>
          <a:lstStyle>
            <a:lvl1pPr marL="0" indent="0" algn="ctr">
              <a:spcBef>
                <a:spcPts val="0"/>
              </a:spcBef>
              <a:buNone/>
              <a:defRPr sz="1400"/>
            </a:lvl1pPr>
          </a:lstStyle>
          <a:p>
            <a:r>
              <a:rPr lang="en-US" noProof="0"/>
              <a:t>Click icon to add table</a:t>
            </a:r>
            <a:endParaRPr lang="de-CH" noProof="0"/>
          </a:p>
        </p:txBody>
      </p:sp>
    </p:spTree>
    <p:extLst>
      <p:ext uri="{BB962C8B-B14F-4D97-AF65-F5344CB8AC3E}">
        <p14:creationId xmlns:p14="http://schemas.microsoft.com/office/powerpoint/2010/main" val="2928661315"/>
      </p:ext>
    </p:extLst>
  </p:cSld>
  <p:clrMapOvr>
    <a:masterClrMapping/>
  </p:clrMapOvr>
  <p:extLst>
    <p:ext uri="{DCECCB84-F9BA-43D5-87BE-67443E8EF086}">
      <p15:sldGuideLst xmlns:p15="http://schemas.microsoft.com/office/powerpoint/2012/main">
        <p15:guide id="1" orient="horz" pos="3952"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chlussfolie">
    <p:bg>
      <p:bgPr>
        <a:solidFill>
          <a:schemeClr val="bg1"/>
        </a:solidFill>
        <a:effectLst/>
      </p:bgPr>
    </p:bg>
    <p:spTree>
      <p:nvGrpSpPr>
        <p:cNvPr id="1" name=""/>
        <p:cNvGrpSpPr/>
        <p:nvPr/>
      </p:nvGrpSpPr>
      <p:grpSpPr>
        <a:xfrm>
          <a:off x="0" y="0"/>
          <a:ext cx="0" cy="0"/>
          <a:chOff x="0" y="0"/>
          <a:chExt cx="0" cy="0"/>
        </a:xfrm>
      </p:grpSpPr>
      <p:sp>
        <p:nvSpPr>
          <p:cNvPr id="20" name="Inhaltsplatzhalter 2">
            <a:extLst>
              <a:ext uri="{FF2B5EF4-FFF2-40B4-BE49-F238E27FC236}">
                <a16:creationId xmlns:a16="http://schemas.microsoft.com/office/drawing/2014/main" id="{394B20FF-3667-40DF-92A1-C6CF3BBCA26D}"/>
              </a:ext>
            </a:extLst>
          </p:cNvPr>
          <p:cNvSpPr>
            <a:spLocks noGrp="1"/>
          </p:cNvSpPr>
          <p:nvPr>
            <p:ph idx="1"/>
          </p:nvPr>
        </p:nvSpPr>
        <p:spPr>
          <a:xfrm>
            <a:off x="731837" y="2135492"/>
            <a:ext cx="10728325" cy="3960000"/>
          </a:xfrm>
        </p:spPr>
        <p:txBody>
          <a:bodyPr/>
          <a:lstStyle>
            <a:lvl1pPr marL="0" indent="0">
              <a:spcBef>
                <a:spcPts val="0"/>
              </a:spcBef>
              <a:buNone/>
              <a:defRPr>
                <a:solidFill>
                  <a:schemeClr val="tx1"/>
                </a:solidFill>
              </a:defRPr>
            </a:lvl1pPr>
            <a:lvl2pPr marL="266700" indent="0">
              <a:buNone/>
              <a:defRPr>
                <a:solidFill>
                  <a:schemeClr val="bg1"/>
                </a:solidFill>
              </a:defRPr>
            </a:lvl2pPr>
            <a:lvl3pPr marL="540000" indent="0">
              <a:buNone/>
              <a:defRPr>
                <a:solidFill>
                  <a:schemeClr val="bg1"/>
                </a:solidFill>
              </a:defRPr>
            </a:lvl3pPr>
            <a:lvl4pPr marL="808537" indent="0">
              <a:buNone/>
              <a:defRPr>
                <a:solidFill>
                  <a:schemeClr val="bg1"/>
                </a:solidFill>
              </a:defRPr>
            </a:lvl4pPr>
            <a:lvl5pPr marL="1080000" indent="0">
              <a:buNone/>
              <a:defRPr>
                <a:solidFill>
                  <a:schemeClr val="bg1"/>
                </a:solidFill>
              </a:defRPr>
            </a:lvl5pPr>
          </a:lstStyle>
          <a:p>
            <a:pPr lvl="0"/>
            <a:r>
              <a:rPr lang="en-US" noProof="0"/>
              <a:t>Click to edit Master text styles</a:t>
            </a:r>
          </a:p>
        </p:txBody>
      </p:sp>
      <p:sp>
        <p:nvSpPr>
          <p:cNvPr id="21" name="Bildplatzhalter 8">
            <a:extLst>
              <a:ext uri="{FF2B5EF4-FFF2-40B4-BE49-F238E27FC236}">
                <a16:creationId xmlns:a16="http://schemas.microsoft.com/office/drawing/2014/main" id="{794484F1-3B7F-46CE-AD0B-2310A557A990}"/>
              </a:ext>
            </a:extLst>
          </p:cNvPr>
          <p:cNvSpPr>
            <a:spLocks noGrp="1"/>
          </p:cNvSpPr>
          <p:nvPr>
            <p:ph type="pic" sz="quarter" idx="12"/>
          </p:nvPr>
        </p:nvSpPr>
        <p:spPr>
          <a:xfrm>
            <a:off x="10200163" y="6489088"/>
            <a:ext cx="1260000" cy="180000"/>
          </a:xfrm>
        </p:spPr>
        <p:txBody>
          <a:bodyPr/>
          <a:lstStyle>
            <a:lvl1pPr marL="0" indent="0" algn="l">
              <a:buNone/>
              <a:defRPr sz="700">
                <a:solidFill>
                  <a:schemeClr val="tx1"/>
                </a:solidFill>
              </a:defRPr>
            </a:lvl1pPr>
          </a:lstStyle>
          <a:p>
            <a:r>
              <a:rPr lang="en-US" noProof="0"/>
              <a:t>Click icon to add picture</a:t>
            </a:r>
            <a:endParaRPr lang="de-CH" noProof="0"/>
          </a:p>
        </p:txBody>
      </p:sp>
      <p:pic>
        <p:nvPicPr>
          <p:cNvPr id="22" name="Grafik 21">
            <a:extLst>
              <a:ext uri="{FF2B5EF4-FFF2-40B4-BE49-F238E27FC236}">
                <a16:creationId xmlns:a16="http://schemas.microsoft.com/office/drawing/2014/main" id="{F900572E-A73E-42BE-96FA-38ADC4E79FD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1838" y="360538"/>
            <a:ext cx="1765565" cy="288000"/>
          </a:xfrm>
          <a:prstGeom prst="rect">
            <a:avLst/>
          </a:prstGeom>
        </p:spPr>
      </p:pic>
    </p:spTree>
    <p:extLst>
      <p:ext uri="{BB962C8B-B14F-4D97-AF65-F5344CB8AC3E}">
        <p14:creationId xmlns:p14="http://schemas.microsoft.com/office/powerpoint/2010/main" val="1752670339"/>
      </p:ext>
    </p:extLst>
  </p:cSld>
  <p:clrMapOvr>
    <a:masterClrMapping/>
  </p:clrMapOvr>
  <p:extLst>
    <p:ext uri="{DCECCB84-F9BA-43D5-87BE-67443E8EF086}">
      <p15:sldGuideLst xmlns:p15="http://schemas.microsoft.com/office/powerpoint/2012/main">
        <p15:guide id="1" pos="6698">
          <p15:clr>
            <a:srgbClr val="FBAE40"/>
          </p15:clr>
        </p15:guide>
        <p15:guide id="3" orient="horz" pos="640">
          <p15:clr>
            <a:srgbClr val="FBAE40"/>
          </p15:clr>
        </p15:guide>
        <p15:guide id="4" orient="horz" pos="3952">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9CEF804-E58C-481B-A606-7D35AF68FF55}"/>
              </a:ext>
            </a:extLst>
          </p:cNvPr>
          <p:cNvSpPr>
            <a:spLocks noGrp="1"/>
          </p:cNvSpPr>
          <p:nvPr>
            <p:ph type="title"/>
          </p:nvPr>
        </p:nvSpPr>
        <p:spPr>
          <a:xfrm>
            <a:off x="731837" y="260351"/>
            <a:ext cx="10728325" cy="900000"/>
          </a:xfrm>
          <a:prstGeom prst="rect">
            <a:avLst/>
          </a:prstGeom>
        </p:spPr>
        <p:txBody>
          <a:bodyPr vert="horz" lIns="0" tIns="0" rIns="0" bIns="0" rtlCol="0" anchor="t" anchorCtr="0">
            <a:noAutofit/>
          </a:bodyPr>
          <a:lstStyle/>
          <a:p>
            <a:r>
              <a:rPr lang="de-CH" noProof="0"/>
              <a:t>Mastertitelformat bearbeiten</a:t>
            </a:r>
          </a:p>
        </p:txBody>
      </p:sp>
      <p:sp>
        <p:nvSpPr>
          <p:cNvPr id="3" name="Textplatzhalter 2">
            <a:extLst>
              <a:ext uri="{FF2B5EF4-FFF2-40B4-BE49-F238E27FC236}">
                <a16:creationId xmlns:a16="http://schemas.microsoft.com/office/drawing/2014/main" id="{65C6EC0D-393C-42F2-B6A7-B19C9B098F2D}"/>
              </a:ext>
            </a:extLst>
          </p:cNvPr>
          <p:cNvSpPr>
            <a:spLocks noGrp="1"/>
          </p:cNvSpPr>
          <p:nvPr>
            <p:ph type="body" idx="1"/>
          </p:nvPr>
        </p:nvSpPr>
        <p:spPr>
          <a:xfrm>
            <a:off x="731837" y="1412875"/>
            <a:ext cx="10728325" cy="4680000"/>
          </a:xfrm>
          <a:prstGeom prst="rect">
            <a:avLst/>
          </a:prstGeom>
        </p:spPr>
        <p:txBody>
          <a:bodyPr vert="horz" lIns="0" tIns="0" rIns="0" bIns="0" rtlCol="0">
            <a:noAutofit/>
          </a:bodyPr>
          <a:lstStyle/>
          <a:p>
            <a:pPr lvl="0"/>
            <a:r>
              <a:rPr lang="de-CH" noProof="0"/>
              <a:t>Mastertextformat bearbeiten</a:t>
            </a:r>
          </a:p>
          <a:p>
            <a:pPr lvl="1"/>
            <a:r>
              <a:rPr lang="de-CH" noProof="0"/>
              <a:t>Zweite Ebene</a:t>
            </a:r>
          </a:p>
          <a:p>
            <a:pPr lvl="2"/>
            <a:r>
              <a:rPr lang="de-CH" noProof="0"/>
              <a:t>Dritte Ebene</a:t>
            </a:r>
          </a:p>
          <a:p>
            <a:pPr lvl="3"/>
            <a:r>
              <a:rPr lang="de-CH" noProof="0"/>
              <a:t>Vierte Ebene</a:t>
            </a:r>
          </a:p>
          <a:p>
            <a:pPr lvl="4"/>
            <a:r>
              <a:rPr lang="de-CH" noProof="0"/>
              <a:t>Fünfte Ebene</a:t>
            </a:r>
          </a:p>
        </p:txBody>
      </p:sp>
      <p:sp>
        <p:nvSpPr>
          <p:cNvPr id="4" name="Datumsplatzhalter 3">
            <a:extLst>
              <a:ext uri="{FF2B5EF4-FFF2-40B4-BE49-F238E27FC236}">
                <a16:creationId xmlns:a16="http://schemas.microsoft.com/office/drawing/2014/main" id="{37C96E51-36C9-4BEE-A761-33378A0DF03D}"/>
              </a:ext>
            </a:extLst>
          </p:cNvPr>
          <p:cNvSpPr>
            <a:spLocks noGrp="1"/>
          </p:cNvSpPr>
          <p:nvPr>
            <p:ph type="dt" sz="half" idx="2"/>
          </p:nvPr>
        </p:nvSpPr>
        <p:spPr>
          <a:xfrm>
            <a:off x="10473692" y="6522444"/>
            <a:ext cx="612000" cy="216000"/>
          </a:xfrm>
          <a:prstGeom prst="rect">
            <a:avLst/>
          </a:prstGeom>
        </p:spPr>
        <p:txBody>
          <a:bodyPr vert="horz" lIns="0" tIns="0" rIns="0" bIns="0" rtlCol="0" anchor="ctr"/>
          <a:lstStyle>
            <a:lvl1pPr algn="l">
              <a:defRPr sz="800">
                <a:solidFill>
                  <a:schemeClr val="tx1"/>
                </a:solidFill>
              </a:defRPr>
            </a:lvl1pPr>
          </a:lstStyle>
          <a:p>
            <a:fld id="{4A358CF3-A22A-46C1-A4E5-5810212466EF}" type="datetime1">
              <a:rPr lang="de-CH" noProof="0" smtClean="0"/>
              <a:t>20.10.2022</a:t>
            </a:fld>
            <a:endParaRPr lang="de-CH" noProof="0"/>
          </a:p>
        </p:txBody>
      </p:sp>
      <p:sp>
        <p:nvSpPr>
          <p:cNvPr id="5" name="Fußzeilenplatzhalter 4">
            <a:extLst>
              <a:ext uri="{FF2B5EF4-FFF2-40B4-BE49-F238E27FC236}">
                <a16:creationId xmlns:a16="http://schemas.microsoft.com/office/drawing/2014/main" id="{411EC403-6E63-4450-AFDD-66CA49D6CCBE}"/>
              </a:ext>
            </a:extLst>
          </p:cNvPr>
          <p:cNvSpPr>
            <a:spLocks noGrp="1"/>
          </p:cNvSpPr>
          <p:nvPr>
            <p:ph type="ftr" sz="quarter" idx="3"/>
          </p:nvPr>
        </p:nvSpPr>
        <p:spPr>
          <a:xfrm>
            <a:off x="2171700" y="6522444"/>
            <a:ext cx="5400000" cy="216000"/>
          </a:xfrm>
          <a:prstGeom prst="rect">
            <a:avLst/>
          </a:prstGeom>
        </p:spPr>
        <p:txBody>
          <a:bodyPr vert="horz" lIns="0" tIns="0" rIns="0" bIns="0" rtlCol="0" anchor="ctr"/>
          <a:lstStyle>
            <a:lvl1pPr algn="l">
              <a:defRPr sz="800">
                <a:solidFill>
                  <a:schemeClr val="tx1"/>
                </a:solidFill>
              </a:defRPr>
            </a:lvl1pPr>
          </a:lstStyle>
          <a:p>
            <a:r>
              <a:rPr lang="de-DE" noProof="0"/>
              <a:t>Organisationseinheit verbal</a:t>
            </a:r>
            <a:endParaRPr lang="de-CH" noProof="0"/>
          </a:p>
        </p:txBody>
      </p:sp>
      <p:sp>
        <p:nvSpPr>
          <p:cNvPr id="6" name="Foliennummernplatzhalter 5">
            <a:extLst>
              <a:ext uri="{FF2B5EF4-FFF2-40B4-BE49-F238E27FC236}">
                <a16:creationId xmlns:a16="http://schemas.microsoft.com/office/drawing/2014/main" id="{7FDFCC57-7DDC-4B2C-A6BE-862DAF9C9F11}"/>
              </a:ext>
            </a:extLst>
          </p:cNvPr>
          <p:cNvSpPr>
            <a:spLocks noGrp="1"/>
          </p:cNvSpPr>
          <p:nvPr>
            <p:ph type="sldNum" sz="quarter" idx="4"/>
          </p:nvPr>
        </p:nvSpPr>
        <p:spPr>
          <a:xfrm>
            <a:off x="11137585" y="6522444"/>
            <a:ext cx="322577" cy="216000"/>
          </a:xfrm>
          <a:prstGeom prst="rect">
            <a:avLst/>
          </a:prstGeom>
        </p:spPr>
        <p:txBody>
          <a:bodyPr vert="horz" lIns="0" tIns="0" rIns="0" bIns="0" rtlCol="0" anchor="ctr"/>
          <a:lstStyle>
            <a:lvl1pPr algn="r">
              <a:defRPr sz="800">
                <a:solidFill>
                  <a:schemeClr val="tx1"/>
                </a:solidFill>
              </a:defRPr>
            </a:lvl1pPr>
          </a:lstStyle>
          <a:p>
            <a:fld id="{5ACA52AF-F19D-405C-AD5F-7D94B96A5CC3}" type="slidenum">
              <a:rPr lang="de-CH" noProof="0" smtClean="0"/>
              <a:pPr/>
              <a:t>‹#›</a:t>
            </a:fld>
            <a:endParaRPr lang="de-CH" noProof="0"/>
          </a:p>
        </p:txBody>
      </p:sp>
    </p:spTree>
    <p:extLst>
      <p:ext uri="{BB962C8B-B14F-4D97-AF65-F5344CB8AC3E}">
        <p14:creationId xmlns:p14="http://schemas.microsoft.com/office/powerpoint/2010/main" val="409606273"/>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0"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hdr="0"/>
  <p:txStyles>
    <p:titleStyle>
      <a:lvl1pPr algn="l" defTabSz="914400" rtl="0" eaLnBrk="1" latinLnBrk="0" hangingPunct="1">
        <a:lnSpc>
          <a:spcPct val="90000"/>
        </a:lnSpc>
        <a:spcBef>
          <a:spcPct val="0"/>
        </a:spcBef>
        <a:buNone/>
        <a:defRPr sz="2600" kern="1200">
          <a:solidFill>
            <a:schemeClr val="tx1"/>
          </a:solidFill>
          <a:latin typeface="+mj-lt"/>
          <a:ea typeface="+mj-ea"/>
          <a:cs typeface="+mj-cs"/>
        </a:defRPr>
      </a:lvl1pPr>
    </p:titleStyle>
    <p:bodyStyle>
      <a:lvl1pPr marL="270000" indent="-270000" algn="l" defTabSz="914400" rtl="0" eaLnBrk="1" latinLnBrk="0" hangingPunct="1">
        <a:lnSpc>
          <a:spcPct val="100000"/>
        </a:lnSpc>
        <a:spcBef>
          <a:spcPts val="1000"/>
        </a:spcBef>
        <a:buFont typeface="Arial" panose="020B0604020202020204" pitchFamily="34" charset="0"/>
        <a:buChar char="•"/>
        <a:defRPr sz="1800" kern="1200">
          <a:solidFill>
            <a:schemeClr val="tx1"/>
          </a:solidFill>
          <a:latin typeface="+mn-lt"/>
          <a:ea typeface="+mn-ea"/>
          <a:cs typeface="+mn-cs"/>
        </a:defRPr>
      </a:lvl1pPr>
      <a:lvl2pPr marL="538163"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2pPr>
      <a:lvl3pPr marL="81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3pPr>
      <a:lvl4pPr marL="1080000" indent="-271463"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4pPr>
      <a:lvl5pPr marL="1350000" indent="-270000" algn="l" defTabSz="914400" rtl="0" eaLnBrk="1" latinLnBrk="0" hangingPunct="1">
        <a:lnSpc>
          <a:spcPct val="100000"/>
        </a:lnSpc>
        <a:spcBef>
          <a:spcPts val="500"/>
        </a:spcBef>
        <a:buFont typeface="Symbol" panose="05050102010706020507" pitchFamily="18" charset="2"/>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461" userDrawn="1">
          <p15:clr>
            <a:srgbClr val="F26B43"/>
          </p15:clr>
        </p15:guide>
        <p15:guide id="3" pos="7219" userDrawn="1">
          <p15:clr>
            <a:srgbClr val="F26B43"/>
          </p15:clr>
        </p15:guide>
        <p15:guide id="4" orient="horz" pos="164" userDrawn="1">
          <p15:clr>
            <a:srgbClr val="F26B43"/>
          </p15:clr>
        </p15:guide>
        <p15:guide id="5" orient="horz" pos="890" userDrawn="1">
          <p15:clr>
            <a:srgbClr val="F26B43"/>
          </p15:clr>
        </p15:guide>
        <p15:guide id="6" orient="horz" pos="4201" userDrawn="1">
          <p15:clr>
            <a:srgbClr val="F26B43"/>
          </p15:clr>
        </p15:guide>
        <p15:guide id="7"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Bildplatzhalter 18" descr="Ein Bild, das Gebäude, Stadt, Schloss, Turm enthält.&#10;&#10;Automatisch generierte Beschreibung">
            <a:extLst>
              <a:ext uri="{FF2B5EF4-FFF2-40B4-BE49-F238E27FC236}">
                <a16:creationId xmlns:a16="http://schemas.microsoft.com/office/drawing/2014/main" id="{882FF669-564A-4497-A386-BA8B28F256B8}"/>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461" b="461"/>
          <a:stretch>
            <a:fillRect/>
          </a:stretch>
        </p:blipFill>
        <p:spPr/>
      </p:pic>
      <p:sp>
        <p:nvSpPr>
          <p:cNvPr id="3" name="Titel 2">
            <a:extLst>
              <a:ext uri="{FF2B5EF4-FFF2-40B4-BE49-F238E27FC236}">
                <a16:creationId xmlns:a16="http://schemas.microsoft.com/office/drawing/2014/main" id="{AC1FB292-90C1-439C-8480-EB4116CF2374}"/>
              </a:ext>
            </a:extLst>
          </p:cNvPr>
          <p:cNvSpPr>
            <a:spLocks noGrp="1"/>
          </p:cNvSpPr>
          <p:nvPr>
            <p:ph type="ctrTitle"/>
          </p:nvPr>
        </p:nvSpPr>
        <p:spPr>
          <a:xfrm>
            <a:off x="-1" y="2233538"/>
            <a:ext cx="9582913" cy="2772000"/>
          </a:xfrm>
        </p:spPr>
        <p:txBody>
          <a:bodyPr/>
          <a:lstStyle/>
          <a:p>
            <a:r>
              <a:rPr lang="de-DE" dirty="0"/>
              <a:t>Natural gas v alternative </a:t>
            </a:r>
            <a:r>
              <a:rPr lang="de-DE" dirty="0" err="1"/>
              <a:t>routes</a:t>
            </a:r>
            <a:r>
              <a:rPr lang="de-DE" dirty="0"/>
              <a:t> for </a:t>
            </a:r>
            <a:r>
              <a:rPr lang="de-DE" dirty="0" err="1"/>
              <a:t>production</a:t>
            </a:r>
            <a:r>
              <a:rPr lang="de-DE" dirty="0"/>
              <a:t> </a:t>
            </a:r>
            <a:r>
              <a:rPr lang="de-DE" dirty="0" err="1"/>
              <a:t>of</a:t>
            </a:r>
            <a:r>
              <a:rPr lang="de-DE" dirty="0"/>
              <a:t> </a:t>
            </a:r>
            <a:r>
              <a:rPr lang="de-DE" dirty="0" err="1"/>
              <a:t>chemicals</a:t>
            </a:r>
            <a:r>
              <a:rPr lang="de-DE" dirty="0"/>
              <a:t> in 2022</a:t>
            </a:r>
            <a:endParaRPr lang="de-CH" sz="2000" dirty="0"/>
          </a:p>
        </p:txBody>
      </p:sp>
      <p:sp>
        <p:nvSpPr>
          <p:cNvPr id="6" name="Textplatzhalter 5">
            <a:extLst>
              <a:ext uri="{FF2B5EF4-FFF2-40B4-BE49-F238E27FC236}">
                <a16:creationId xmlns:a16="http://schemas.microsoft.com/office/drawing/2014/main" id="{4171C1F6-869F-40B1-8975-92FF2042F4CD}"/>
              </a:ext>
            </a:extLst>
          </p:cNvPr>
          <p:cNvSpPr>
            <a:spLocks noGrp="1"/>
          </p:cNvSpPr>
          <p:nvPr>
            <p:ph type="body" sz="quarter" idx="13"/>
          </p:nvPr>
        </p:nvSpPr>
        <p:spPr>
          <a:xfrm>
            <a:off x="1054453" y="3959875"/>
            <a:ext cx="4680000" cy="1008000"/>
          </a:xfrm>
        </p:spPr>
        <p:txBody>
          <a:bodyPr/>
          <a:lstStyle/>
          <a:p>
            <a:r>
              <a:rPr lang="de-DE" b="1" dirty="0"/>
              <a:t>Abhinandan Nabera</a:t>
            </a:r>
          </a:p>
          <a:p>
            <a:r>
              <a:rPr lang="de-DE" dirty="0"/>
              <a:t>18. </a:t>
            </a:r>
            <a:r>
              <a:rPr lang="de-DE" dirty="0" err="1"/>
              <a:t>October</a:t>
            </a:r>
            <a:r>
              <a:rPr lang="de-DE" dirty="0"/>
              <a:t> 2022</a:t>
            </a:r>
            <a:endParaRPr lang="de-CH" dirty="0"/>
          </a:p>
        </p:txBody>
      </p:sp>
      <p:sp>
        <p:nvSpPr>
          <p:cNvPr id="9" name="Textplatzhalter 8">
            <a:extLst>
              <a:ext uri="{FF2B5EF4-FFF2-40B4-BE49-F238E27FC236}">
                <a16:creationId xmlns:a16="http://schemas.microsoft.com/office/drawing/2014/main" id="{C6B18E6F-BDD9-4B0B-9B9E-C25187E0E1F2}"/>
              </a:ext>
            </a:extLst>
          </p:cNvPr>
          <p:cNvSpPr>
            <a:spLocks noGrp="1"/>
          </p:cNvSpPr>
          <p:nvPr>
            <p:ph type="body" sz="quarter" idx="16"/>
          </p:nvPr>
        </p:nvSpPr>
        <p:spPr>
          <a:xfrm>
            <a:off x="8411158" y="355832"/>
            <a:ext cx="3049005" cy="346715"/>
          </a:xfrm>
        </p:spPr>
        <p:txBody>
          <a:bodyPr/>
          <a:lstStyle/>
          <a:p>
            <a:r>
              <a:rPr lang="de-DE" dirty="0"/>
              <a:t>Institute for Chemical and Bioengineering</a:t>
            </a:r>
          </a:p>
          <a:p>
            <a:r>
              <a:rPr lang="de-DE" dirty="0"/>
              <a:t>Sustainable Process Systems Engineering Lab</a:t>
            </a:r>
          </a:p>
        </p:txBody>
      </p:sp>
      <p:pic>
        <p:nvPicPr>
          <p:cNvPr id="8" name="Bildplatzhalter 12">
            <a:extLst>
              <a:ext uri="{FF2B5EF4-FFF2-40B4-BE49-F238E27FC236}">
                <a16:creationId xmlns:a16="http://schemas.microsoft.com/office/drawing/2014/main" id="{A8263AB7-96B1-713F-8090-21CF1977D442}"/>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tretch>
            <a:fillRect/>
          </a:stretch>
        </p:blipFill>
        <p:spPr>
          <a:xfrm>
            <a:off x="10673045" y="6431200"/>
            <a:ext cx="787118" cy="180000"/>
          </a:xfrm>
          <a:prstGeom prst="rect">
            <a:avLst/>
          </a:prstGeom>
        </p:spPr>
      </p:pic>
    </p:spTree>
    <p:extLst>
      <p:ext uri="{BB962C8B-B14F-4D97-AF65-F5344CB8AC3E}">
        <p14:creationId xmlns:p14="http://schemas.microsoft.com/office/powerpoint/2010/main" val="3536168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solidFill>
                  <a:srgbClr val="FF0000"/>
                </a:solidFill>
              </a:rPr>
              <a:t>Natural gas prices </a:t>
            </a:r>
            <a:r>
              <a:rPr lang="en-US" dirty="0"/>
              <a:t>have </a:t>
            </a:r>
            <a:r>
              <a:rPr lang="en-US" dirty="0">
                <a:solidFill>
                  <a:srgbClr val="FF0000"/>
                </a:solidFill>
              </a:rPr>
              <a:t>increased sharply</a:t>
            </a:r>
            <a:endParaRPr lang="en-US" dirty="0"/>
          </a:p>
        </p:txBody>
      </p:sp>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2</a:t>
            </a:fld>
            <a:endParaRPr lang="de-CH" noProof="0"/>
          </a:p>
        </p:txBody>
      </p:sp>
      <p:sp>
        <p:nvSpPr>
          <p:cNvPr id="9" name="TextBox 8">
            <a:extLst>
              <a:ext uri="{FF2B5EF4-FFF2-40B4-BE49-F238E27FC236}">
                <a16:creationId xmlns:a16="http://schemas.microsoft.com/office/drawing/2014/main" id="{361A1681-C24E-0343-AF94-27C06ABE9E86}"/>
              </a:ext>
            </a:extLst>
          </p:cNvPr>
          <p:cNvSpPr txBox="1"/>
          <p:nvPr/>
        </p:nvSpPr>
        <p:spPr>
          <a:xfrm>
            <a:off x="8668511" y="1328928"/>
            <a:ext cx="3311995" cy="2031325"/>
          </a:xfrm>
          <a:prstGeom prst="rect">
            <a:avLst/>
          </a:prstGeom>
          <a:noFill/>
        </p:spPr>
        <p:txBody>
          <a:bodyPr wrap="square" rtlCol="0">
            <a:spAutoFit/>
          </a:bodyPr>
          <a:lstStyle/>
          <a:p>
            <a:pPr marL="285750" indent="-285750">
              <a:buFont typeface="Arial" panose="020B0604020202020204" pitchFamily="34" charset="0"/>
              <a:buChar char="•"/>
            </a:pPr>
            <a:r>
              <a:rPr lang="en-US" dirty="0"/>
              <a:t>Aftermath of COVID-19</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Soaring inflation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Climate change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War on Ukraine</a:t>
            </a:r>
          </a:p>
        </p:txBody>
      </p:sp>
      <p:pic>
        <p:nvPicPr>
          <p:cNvPr id="11" name="Content Placeholder 10">
            <a:extLst>
              <a:ext uri="{FF2B5EF4-FFF2-40B4-BE49-F238E27FC236}">
                <a16:creationId xmlns:a16="http://schemas.microsoft.com/office/drawing/2014/main" id="{B0261387-748C-B771-98E3-EBD07139235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991" y="1297277"/>
            <a:ext cx="8313410" cy="4679950"/>
          </a:xfrm>
        </p:spPr>
      </p:pic>
    </p:spTree>
    <p:extLst>
      <p:ext uri="{BB962C8B-B14F-4D97-AF65-F5344CB8AC3E}">
        <p14:creationId xmlns:p14="http://schemas.microsoft.com/office/powerpoint/2010/main" val="3143385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t>Natural gas contributes around </a:t>
            </a:r>
            <a:r>
              <a:rPr lang="en-US" dirty="0">
                <a:solidFill>
                  <a:srgbClr val="FF0000"/>
                </a:solidFill>
              </a:rPr>
              <a:t>20.5%</a:t>
            </a:r>
            <a:r>
              <a:rPr lang="en-US" dirty="0"/>
              <a:t> towards the electricity mix…</a:t>
            </a:r>
          </a:p>
        </p:txBody>
      </p:sp>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3</a:t>
            </a:fld>
            <a:endParaRPr lang="de-CH" noProof="0"/>
          </a:p>
        </p:txBody>
      </p:sp>
      <p:sp>
        <p:nvSpPr>
          <p:cNvPr id="9" name="TextBox 8">
            <a:extLst>
              <a:ext uri="{FF2B5EF4-FFF2-40B4-BE49-F238E27FC236}">
                <a16:creationId xmlns:a16="http://schemas.microsoft.com/office/drawing/2014/main" id="{361A1681-C24E-0343-AF94-27C06ABE9E86}"/>
              </a:ext>
            </a:extLst>
          </p:cNvPr>
          <p:cNvSpPr txBox="1"/>
          <p:nvPr/>
        </p:nvSpPr>
        <p:spPr>
          <a:xfrm>
            <a:off x="8668511" y="1328928"/>
            <a:ext cx="3311995" cy="3139321"/>
          </a:xfrm>
          <a:prstGeom prst="rect">
            <a:avLst/>
          </a:prstGeom>
          <a:noFill/>
        </p:spPr>
        <p:txBody>
          <a:bodyPr wrap="square" rtlCol="0">
            <a:spAutoFit/>
          </a:bodyPr>
          <a:lstStyle/>
          <a:p>
            <a:pPr marL="285750" indent="-285750">
              <a:buFont typeface="Arial" panose="020B0604020202020204" pitchFamily="34" charset="0"/>
              <a:buChar char="•"/>
            </a:pPr>
            <a:r>
              <a:rPr lang="en-US" dirty="0"/>
              <a:t>As of 2021, 20.5% of the electricity comes from natural gas in the EU.</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Electricity prices have also increased sharply following a similar trend.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11" name="Content Placeholder 10">
            <a:extLst>
              <a:ext uri="{FF2B5EF4-FFF2-40B4-BE49-F238E27FC236}">
                <a16:creationId xmlns:a16="http://schemas.microsoft.com/office/drawing/2014/main" id="{B0261387-748C-B771-98E3-EBD07139235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68991" y="1297277"/>
            <a:ext cx="8313410" cy="4679949"/>
          </a:xfrm>
        </p:spPr>
      </p:pic>
    </p:spTree>
    <p:extLst>
      <p:ext uri="{BB962C8B-B14F-4D97-AF65-F5344CB8AC3E}">
        <p14:creationId xmlns:p14="http://schemas.microsoft.com/office/powerpoint/2010/main" val="925183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t>As a result, </a:t>
            </a:r>
            <a:r>
              <a:rPr lang="en-US" dirty="0">
                <a:solidFill>
                  <a:srgbClr val="FF0000"/>
                </a:solidFill>
              </a:rPr>
              <a:t>ammonia production </a:t>
            </a:r>
            <a:r>
              <a:rPr lang="en-US" dirty="0"/>
              <a:t>from natural gas (BAU) has become expensive…</a:t>
            </a:r>
          </a:p>
        </p:txBody>
      </p:sp>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4</a:t>
            </a:fld>
            <a:endParaRPr lang="de-CH" noProof="0"/>
          </a:p>
        </p:txBody>
      </p:sp>
      <p:sp>
        <p:nvSpPr>
          <p:cNvPr id="9" name="TextBox 8">
            <a:extLst>
              <a:ext uri="{FF2B5EF4-FFF2-40B4-BE49-F238E27FC236}">
                <a16:creationId xmlns:a16="http://schemas.microsoft.com/office/drawing/2014/main" id="{361A1681-C24E-0343-AF94-27C06ABE9E86}"/>
              </a:ext>
            </a:extLst>
          </p:cNvPr>
          <p:cNvSpPr txBox="1"/>
          <p:nvPr/>
        </p:nvSpPr>
        <p:spPr>
          <a:xfrm>
            <a:off x="8668511" y="1328928"/>
            <a:ext cx="3311995" cy="3693319"/>
          </a:xfrm>
          <a:prstGeom prst="rect">
            <a:avLst/>
          </a:prstGeom>
          <a:noFill/>
        </p:spPr>
        <p:txBody>
          <a:bodyPr wrap="square" rtlCol="0">
            <a:spAutoFit/>
          </a:bodyPr>
          <a:lstStyle/>
          <a:p>
            <a:pPr marL="285750" indent="-285750">
              <a:buFont typeface="Arial" panose="020B0604020202020204" pitchFamily="34" charset="0"/>
              <a:buChar char="•"/>
            </a:pPr>
            <a:r>
              <a:rPr lang="en-US" dirty="0"/>
              <a:t>1 kg of ammonia requires </a:t>
            </a:r>
            <a:r>
              <a:rPr lang="en-US" dirty="0">
                <a:solidFill>
                  <a:srgbClr val="FF0000"/>
                </a:solidFill>
              </a:rPr>
              <a:t>0.43 kg </a:t>
            </a:r>
            <a:r>
              <a:rPr lang="en-US" dirty="0"/>
              <a:t>of NG as </a:t>
            </a:r>
            <a:r>
              <a:rPr lang="en-US" dirty="0">
                <a:solidFill>
                  <a:srgbClr val="FF0000"/>
                </a:solidFill>
              </a:rPr>
              <a:t>feedstock</a:t>
            </a:r>
            <a:r>
              <a:rPr lang="en-US" dirty="0"/>
              <a:t> and </a:t>
            </a:r>
            <a:r>
              <a:rPr lang="en-US" dirty="0">
                <a:solidFill>
                  <a:srgbClr val="FF0000"/>
                </a:solidFill>
              </a:rPr>
              <a:t>0.10 kg </a:t>
            </a:r>
            <a:r>
              <a:rPr lang="en-US" dirty="0"/>
              <a:t>of NG for </a:t>
            </a:r>
            <a:r>
              <a:rPr lang="en-US" dirty="0">
                <a:solidFill>
                  <a:srgbClr val="FF0000"/>
                </a:solidFill>
              </a:rPr>
              <a:t>heating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Also, 1 kg of ammonia requires </a:t>
            </a:r>
            <a:r>
              <a:rPr lang="en-US" dirty="0">
                <a:solidFill>
                  <a:srgbClr val="FF0000"/>
                </a:solidFill>
              </a:rPr>
              <a:t>0.94 kWh </a:t>
            </a:r>
            <a:r>
              <a:rPr lang="en-US" dirty="0"/>
              <a:t>of </a:t>
            </a:r>
            <a:r>
              <a:rPr lang="en-US" dirty="0">
                <a:solidFill>
                  <a:srgbClr val="FF0000"/>
                </a:solidFill>
              </a:rPr>
              <a:t>electricity</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11" name="Content Placeholder 10">
            <a:extLst>
              <a:ext uri="{FF2B5EF4-FFF2-40B4-BE49-F238E27FC236}">
                <a16:creationId xmlns:a16="http://schemas.microsoft.com/office/drawing/2014/main" id="{B0261387-748C-B771-98E3-EBD07139235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68992" y="1297277"/>
            <a:ext cx="8313408" cy="4679949"/>
          </a:xfrm>
        </p:spPr>
      </p:pic>
    </p:spTree>
    <p:extLst>
      <p:ext uri="{BB962C8B-B14F-4D97-AF65-F5344CB8AC3E}">
        <p14:creationId xmlns:p14="http://schemas.microsoft.com/office/powerpoint/2010/main" val="184821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t>Also, </a:t>
            </a:r>
            <a:r>
              <a:rPr lang="en-US" dirty="0">
                <a:solidFill>
                  <a:srgbClr val="FF0000"/>
                </a:solidFill>
              </a:rPr>
              <a:t>methanol production </a:t>
            </a:r>
            <a:r>
              <a:rPr lang="en-US" dirty="0"/>
              <a:t>from natural gas (BAU) has become uneconomical…</a:t>
            </a:r>
          </a:p>
        </p:txBody>
      </p:sp>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5</a:t>
            </a:fld>
            <a:endParaRPr lang="de-CH" noProof="0"/>
          </a:p>
        </p:txBody>
      </p:sp>
      <p:pic>
        <p:nvPicPr>
          <p:cNvPr id="11" name="Content Placeholder 10">
            <a:extLst>
              <a:ext uri="{FF2B5EF4-FFF2-40B4-BE49-F238E27FC236}">
                <a16:creationId xmlns:a16="http://schemas.microsoft.com/office/drawing/2014/main" id="{B0261387-748C-B771-98E3-EBD07139235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68992" y="1297277"/>
            <a:ext cx="8313408" cy="4679948"/>
          </a:xfrm>
        </p:spPr>
      </p:pic>
      <p:sp>
        <p:nvSpPr>
          <p:cNvPr id="7" name="TextBox 6">
            <a:extLst>
              <a:ext uri="{FF2B5EF4-FFF2-40B4-BE49-F238E27FC236}">
                <a16:creationId xmlns:a16="http://schemas.microsoft.com/office/drawing/2014/main" id="{CE72E932-C696-57C4-E9C9-BBD58A6FDBA8}"/>
              </a:ext>
            </a:extLst>
          </p:cNvPr>
          <p:cNvSpPr txBox="1"/>
          <p:nvPr/>
        </p:nvSpPr>
        <p:spPr>
          <a:xfrm>
            <a:off x="8668511" y="1328928"/>
            <a:ext cx="3311995" cy="3693319"/>
          </a:xfrm>
          <a:prstGeom prst="rect">
            <a:avLst/>
          </a:prstGeom>
          <a:noFill/>
        </p:spPr>
        <p:txBody>
          <a:bodyPr wrap="square" rtlCol="0">
            <a:spAutoFit/>
          </a:bodyPr>
          <a:lstStyle/>
          <a:p>
            <a:pPr marL="285750" indent="-285750">
              <a:buFont typeface="Arial" panose="020B0604020202020204" pitchFamily="34" charset="0"/>
              <a:buChar char="•"/>
            </a:pPr>
            <a:r>
              <a:rPr lang="en-US" dirty="0"/>
              <a:t>1 kg of methanol requires </a:t>
            </a:r>
            <a:r>
              <a:rPr lang="en-US" dirty="0">
                <a:solidFill>
                  <a:srgbClr val="FF0000"/>
                </a:solidFill>
              </a:rPr>
              <a:t>0.61 kg </a:t>
            </a:r>
            <a:r>
              <a:rPr lang="en-US" dirty="0"/>
              <a:t>of NG as </a:t>
            </a:r>
            <a:r>
              <a:rPr lang="en-US" dirty="0">
                <a:solidFill>
                  <a:srgbClr val="FF0000"/>
                </a:solidFill>
              </a:rPr>
              <a:t>feedstock</a:t>
            </a:r>
            <a:r>
              <a:rPr lang="en-US" dirty="0"/>
              <a:t> and </a:t>
            </a:r>
            <a:r>
              <a:rPr lang="en-US" dirty="0">
                <a:solidFill>
                  <a:srgbClr val="FF0000"/>
                </a:solidFill>
              </a:rPr>
              <a:t>0.05 kg </a:t>
            </a:r>
            <a:r>
              <a:rPr lang="en-US" dirty="0"/>
              <a:t>of NG for </a:t>
            </a:r>
            <a:r>
              <a:rPr lang="en-US" dirty="0">
                <a:solidFill>
                  <a:srgbClr val="FF0000"/>
                </a:solidFill>
              </a:rPr>
              <a:t>heating</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Also, 1 kg of methanol requires </a:t>
            </a:r>
            <a:r>
              <a:rPr lang="en-US" dirty="0">
                <a:solidFill>
                  <a:srgbClr val="FF0000"/>
                </a:solidFill>
              </a:rPr>
              <a:t>0.71 kWh </a:t>
            </a:r>
            <a:r>
              <a:rPr lang="en-US" dirty="0"/>
              <a:t>of </a:t>
            </a:r>
            <a:r>
              <a:rPr lang="en-US" dirty="0">
                <a:solidFill>
                  <a:srgbClr val="FF0000"/>
                </a:solidFill>
              </a:rPr>
              <a:t>electricity</a:t>
            </a:r>
          </a:p>
          <a:p>
            <a:pPr marL="285750" indent="-285750">
              <a:buFont typeface="Arial" panose="020B0604020202020204" pitchFamily="34" charset="0"/>
              <a:buChar char="•"/>
            </a:pPr>
            <a:endParaRPr lang="en-US" dirty="0">
              <a:solidFill>
                <a:srgbClr val="FF0000"/>
              </a:solidFill>
            </a:endParaRP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038715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solidFill>
                  <a:srgbClr val="00B050"/>
                </a:solidFill>
              </a:rPr>
              <a:t>Green ammonia </a:t>
            </a:r>
            <a:r>
              <a:rPr lang="en-US" dirty="0"/>
              <a:t>is </a:t>
            </a:r>
            <a:r>
              <a:rPr lang="en-US" dirty="0">
                <a:solidFill>
                  <a:srgbClr val="FF0000"/>
                </a:solidFill>
              </a:rPr>
              <a:t>more feasible </a:t>
            </a:r>
            <a:r>
              <a:rPr lang="en-US" dirty="0"/>
              <a:t>in the current scenario economically…</a:t>
            </a:r>
            <a:br>
              <a:rPr lang="en-US" dirty="0"/>
            </a:br>
            <a:endParaRPr lang="en-US" dirty="0"/>
          </a:p>
        </p:txBody>
      </p:sp>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6</a:t>
            </a:fld>
            <a:endParaRPr lang="de-CH" noProof="0"/>
          </a:p>
        </p:txBody>
      </p:sp>
      <p:pic>
        <p:nvPicPr>
          <p:cNvPr id="11" name="Content Placeholder 10">
            <a:extLst>
              <a:ext uri="{FF2B5EF4-FFF2-40B4-BE49-F238E27FC236}">
                <a16:creationId xmlns:a16="http://schemas.microsoft.com/office/drawing/2014/main" id="{B0261387-748C-B771-98E3-EBD07139235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68992" y="1328928"/>
            <a:ext cx="8764978" cy="4668814"/>
          </a:xfrm>
        </p:spPr>
      </p:pic>
      <p:sp>
        <p:nvSpPr>
          <p:cNvPr id="7" name="TextBox 6">
            <a:extLst>
              <a:ext uri="{FF2B5EF4-FFF2-40B4-BE49-F238E27FC236}">
                <a16:creationId xmlns:a16="http://schemas.microsoft.com/office/drawing/2014/main" id="{CE72E932-C696-57C4-E9C9-BBD58A6FDBA8}"/>
              </a:ext>
            </a:extLst>
          </p:cNvPr>
          <p:cNvSpPr txBox="1"/>
          <p:nvPr/>
        </p:nvSpPr>
        <p:spPr>
          <a:xfrm>
            <a:off x="9312442" y="1467853"/>
            <a:ext cx="2668064" cy="5355312"/>
          </a:xfrm>
          <a:prstGeom prst="rect">
            <a:avLst/>
          </a:prstGeom>
          <a:noFill/>
        </p:spPr>
        <p:txBody>
          <a:bodyPr wrap="square" rtlCol="0">
            <a:spAutoFit/>
          </a:bodyPr>
          <a:lstStyle/>
          <a:p>
            <a:pPr marL="285750" indent="-285750">
              <a:buFont typeface="Arial" panose="020B0604020202020204" pitchFamily="34" charset="0"/>
              <a:buChar char="•"/>
            </a:pPr>
            <a:r>
              <a:rPr lang="en-US" dirty="0"/>
              <a:t>LCOE values for solar and wind obtained from IRENA for the respective years</a:t>
            </a: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r>
              <a:rPr lang="en-US" dirty="0"/>
              <a:t>LCOH values calculated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LCOH values for nuclear and biomass obtained from Parkinson and adjusted for inflation </a:t>
            </a:r>
            <a:endParaRPr lang="en-US" dirty="0">
              <a:solidFill>
                <a:srgbClr val="FF0000"/>
              </a:solidFill>
            </a:endParaRPr>
          </a:p>
          <a:p>
            <a:pPr marL="285750" indent="-285750">
              <a:buFont typeface="Arial" panose="020B0604020202020204" pitchFamily="34" charset="0"/>
              <a:buChar char="•"/>
            </a:pPr>
            <a:endParaRPr lang="en-US" dirty="0">
              <a:solidFill>
                <a:srgbClr val="FF0000"/>
              </a:solidFill>
            </a:endParaRP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2002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solidFill>
                  <a:srgbClr val="00B050"/>
                </a:solidFill>
              </a:rPr>
              <a:t>Green ammonia </a:t>
            </a:r>
            <a:r>
              <a:rPr lang="en-US" dirty="0"/>
              <a:t>is </a:t>
            </a:r>
            <a:r>
              <a:rPr lang="en-US" dirty="0">
                <a:solidFill>
                  <a:srgbClr val="FF0000"/>
                </a:solidFill>
              </a:rPr>
              <a:t>more feasible </a:t>
            </a:r>
            <a:r>
              <a:rPr lang="en-US" dirty="0"/>
              <a:t>in the current scenario economically…</a:t>
            </a:r>
            <a:br>
              <a:rPr lang="en-US" dirty="0"/>
            </a:br>
            <a:endParaRPr lang="en-US" dirty="0"/>
          </a:p>
        </p:txBody>
      </p:sp>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7</a:t>
            </a:fld>
            <a:endParaRPr lang="de-CH" noProof="0"/>
          </a:p>
        </p:txBody>
      </p:sp>
      <p:pic>
        <p:nvPicPr>
          <p:cNvPr id="11" name="Content Placeholder 10">
            <a:extLst>
              <a:ext uri="{FF2B5EF4-FFF2-40B4-BE49-F238E27FC236}">
                <a16:creationId xmlns:a16="http://schemas.microsoft.com/office/drawing/2014/main" id="{B0261387-748C-B771-98E3-EBD07139235D}"/>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p:blipFill>
        <p:spPr>
          <a:xfrm>
            <a:off x="268992" y="1328928"/>
            <a:ext cx="8764978" cy="4668814"/>
          </a:xfrm>
        </p:spPr>
      </p:pic>
      <p:sp>
        <p:nvSpPr>
          <p:cNvPr id="7" name="TextBox 6">
            <a:extLst>
              <a:ext uri="{FF2B5EF4-FFF2-40B4-BE49-F238E27FC236}">
                <a16:creationId xmlns:a16="http://schemas.microsoft.com/office/drawing/2014/main" id="{CE72E932-C696-57C4-E9C9-BBD58A6FDBA8}"/>
              </a:ext>
            </a:extLst>
          </p:cNvPr>
          <p:cNvSpPr txBox="1"/>
          <p:nvPr/>
        </p:nvSpPr>
        <p:spPr>
          <a:xfrm>
            <a:off x="9312442" y="1467853"/>
            <a:ext cx="2668064" cy="3970318"/>
          </a:xfrm>
          <a:prstGeom prst="rect">
            <a:avLst/>
          </a:prstGeom>
          <a:noFill/>
        </p:spPr>
        <p:txBody>
          <a:bodyPr wrap="square" rtlCol="0">
            <a:spAutoFit/>
          </a:bodyPr>
          <a:lstStyle/>
          <a:p>
            <a:pPr marL="285750" indent="-285750">
              <a:buFont typeface="Arial" panose="020B0604020202020204" pitchFamily="34" charset="0"/>
              <a:buChar char="•"/>
            </a:pPr>
            <a:r>
              <a:rPr lang="en-US" dirty="0"/>
              <a:t>Renewable electricity is only used for the </a:t>
            </a:r>
            <a:r>
              <a:rPr lang="en-US" dirty="0" err="1"/>
              <a:t>electrolyzer</a:t>
            </a:r>
            <a:r>
              <a:rPr lang="en-US" dirty="0"/>
              <a:t> and the electricity mix is used for the process itself</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process consumes </a:t>
            </a:r>
            <a:r>
              <a:rPr lang="en-US" dirty="0">
                <a:solidFill>
                  <a:srgbClr val="FF0000"/>
                </a:solidFill>
              </a:rPr>
              <a:t>0.47 kWh of electricity per kg of ammonia</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17386117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solidFill>
                  <a:srgbClr val="00B050"/>
                </a:solidFill>
              </a:rPr>
              <a:t>Green methanol </a:t>
            </a:r>
            <a:r>
              <a:rPr lang="en-US" dirty="0"/>
              <a:t>is </a:t>
            </a:r>
            <a:r>
              <a:rPr lang="en-US" dirty="0">
                <a:solidFill>
                  <a:srgbClr val="FF0000"/>
                </a:solidFill>
              </a:rPr>
              <a:t>competitive </a:t>
            </a:r>
            <a:r>
              <a:rPr lang="en-US" dirty="0"/>
              <a:t>in the current scenario</a:t>
            </a:r>
            <a:br>
              <a:rPr lang="en-US" dirty="0"/>
            </a:br>
            <a:endParaRPr lang="en-US" dirty="0"/>
          </a:p>
        </p:txBody>
      </p:sp>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8</a:t>
            </a:fld>
            <a:endParaRPr lang="de-CH" noProof="0"/>
          </a:p>
        </p:txBody>
      </p:sp>
      <p:sp>
        <p:nvSpPr>
          <p:cNvPr id="7" name="TextBox 6">
            <a:extLst>
              <a:ext uri="{FF2B5EF4-FFF2-40B4-BE49-F238E27FC236}">
                <a16:creationId xmlns:a16="http://schemas.microsoft.com/office/drawing/2014/main" id="{CE72E932-C696-57C4-E9C9-BBD58A6FDBA8}"/>
              </a:ext>
            </a:extLst>
          </p:cNvPr>
          <p:cNvSpPr txBox="1"/>
          <p:nvPr/>
        </p:nvSpPr>
        <p:spPr>
          <a:xfrm>
            <a:off x="9312442" y="1467853"/>
            <a:ext cx="2668064" cy="4247317"/>
          </a:xfrm>
          <a:prstGeom prst="rect">
            <a:avLst/>
          </a:prstGeom>
          <a:noFill/>
        </p:spPr>
        <p:txBody>
          <a:bodyPr wrap="square" rtlCol="0">
            <a:spAutoFit/>
          </a:bodyPr>
          <a:lstStyle/>
          <a:p>
            <a:pPr marL="285750" indent="-285750">
              <a:buFont typeface="Arial" panose="020B0604020202020204" pitchFamily="34" charset="0"/>
              <a:buChar char="•"/>
            </a:pPr>
            <a:r>
              <a:rPr lang="en-US" dirty="0"/>
              <a:t>Carbon dioxide from DAC</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Carbon dioxide itself requires </a:t>
            </a:r>
            <a:r>
              <a:rPr lang="en-US" dirty="0">
                <a:solidFill>
                  <a:srgbClr val="FF0000"/>
                </a:solidFill>
              </a:rPr>
              <a:t>0.11 kg of NG per kg</a:t>
            </a:r>
          </a:p>
          <a:p>
            <a:pPr marL="285750" indent="-285750">
              <a:buFont typeface="Arial" panose="020B0604020202020204" pitchFamily="34" charset="0"/>
              <a:buChar char="•"/>
            </a:pPr>
            <a:endParaRPr lang="en-US" dirty="0">
              <a:solidFill>
                <a:srgbClr val="FF0000"/>
              </a:solidFill>
            </a:endParaRPr>
          </a:p>
          <a:p>
            <a:pPr marL="285750" indent="-285750">
              <a:buFont typeface="Arial" panose="020B0604020202020204" pitchFamily="34" charset="0"/>
              <a:buChar char="•"/>
            </a:pPr>
            <a:r>
              <a:rPr lang="en-US" dirty="0"/>
              <a:t>The process consumes </a:t>
            </a:r>
            <a:r>
              <a:rPr lang="en-US" dirty="0">
                <a:solidFill>
                  <a:srgbClr val="FF0000"/>
                </a:solidFill>
              </a:rPr>
              <a:t>0.30 kWh of electricity</a:t>
            </a:r>
            <a:r>
              <a:rPr lang="en-US" dirty="0"/>
              <a:t> per kg of methanol</a:t>
            </a:r>
          </a:p>
          <a:p>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endParaRPr lang="en-US" dirty="0"/>
          </a:p>
        </p:txBody>
      </p:sp>
      <p:pic>
        <p:nvPicPr>
          <p:cNvPr id="3" name="Content Placeholder 10">
            <a:extLst>
              <a:ext uri="{FF2B5EF4-FFF2-40B4-BE49-F238E27FC236}">
                <a16:creationId xmlns:a16="http://schemas.microsoft.com/office/drawing/2014/main" id="{2D123AA2-F106-05B2-AFC3-99F6AE8D787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23378" y="1261867"/>
            <a:ext cx="8327873" cy="4668814"/>
          </a:xfrm>
          <a:prstGeom prst="rect">
            <a:avLst/>
          </a:prstGeom>
        </p:spPr>
      </p:pic>
    </p:spTree>
    <p:extLst>
      <p:ext uri="{BB962C8B-B14F-4D97-AF65-F5344CB8AC3E}">
        <p14:creationId xmlns:p14="http://schemas.microsoft.com/office/powerpoint/2010/main" val="3152883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solidFill>
                  <a:srgbClr val="FF0000"/>
                </a:solidFill>
              </a:rPr>
              <a:t>Save money </a:t>
            </a:r>
            <a:r>
              <a:rPr lang="en-US" dirty="0"/>
              <a:t>by using green routes</a:t>
            </a:r>
          </a:p>
        </p:txBody>
      </p:sp>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9</a:t>
            </a:fld>
            <a:endParaRPr lang="de-CH" noProof="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CE72E932-C696-57C4-E9C9-BBD58A6FDBA8}"/>
                  </a:ext>
                </a:extLst>
              </p:cNvPr>
              <p:cNvSpPr txBox="1"/>
              <p:nvPr/>
            </p:nvSpPr>
            <p:spPr>
              <a:xfrm>
                <a:off x="9312442" y="1467853"/>
                <a:ext cx="2668064" cy="370691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sSub>
                            <m:sSubPr>
                              <m:ctrlPr>
                                <a:rPr lang="en-US" i="1" smtClean="0">
                                  <a:latin typeface="Cambria Math" panose="02040503050406030204" pitchFamily="18" charset="0"/>
                                </a:rPr>
                              </m:ctrlPr>
                            </m:sSubPr>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𝐶</m:t>
                              </m:r>
                            </m:e>
                            <m:sub>
                              <m:r>
                                <a:rPr lang="en-US" b="0" i="1" smtClean="0">
                                  <a:latin typeface="Cambria Math" panose="02040503050406030204" pitchFamily="18" charset="0"/>
                                </a:rPr>
                                <m:t>𝑎𝑙𝑡</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𝐶</m:t>
                              </m:r>
                            </m:e>
                            <m:sub>
                              <m:r>
                                <a:rPr lang="en-US" b="0" i="1" smtClean="0">
                                  <a:latin typeface="Cambria Math" panose="02040503050406030204" pitchFamily="18" charset="0"/>
                                </a:rPr>
                                <m:t>𝐵𝐴𝑈</m:t>
                              </m:r>
                            </m:sub>
                          </m:sSub>
                        </m:num>
                        <m:den>
                          <m:sSub>
                            <m:sSubPr>
                              <m:ctrlPr>
                                <a:rPr lang="en-US" i="1" smtClean="0">
                                  <a:latin typeface="Cambria Math" panose="02040503050406030204" pitchFamily="18" charset="0"/>
                                </a:rPr>
                              </m:ctrlPr>
                            </m:sSubPr>
                            <m:e>
                              <m:r>
                                <a:rPr lang="en-US" b="0" i="1" smtClean="0">
                                  <a:latin typeface="Cambria Math" panose="02040503050406030204" pitchFamily="18" charset="0"/>
                                </a:rPr>
                                <m:t>𝐺𝑊𝑃</m:t>
                              </m:r>
                            </m:e>
                            <m:sub>
                              <m:r>
                                <a:rPr lang="en-US" b="0" i="1" smtClean="0">
                                  <a:latin typeface="Cambria Math" panose="02040503050406030204" pitchFamily="18" charset="0"/>
                                </a:rPr>
                                <m:t>𝐵𝐴𝑈</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𝐺𝑊𝑃</m:t>
                              </m:r>
                            </m:e>
                            <m:sub>
                              <m:r>
                                <a:rPr lang="en-US" b="0" i="1" smtClean="0">
                                  <a:latin typeface="Cambria Math" panose="02040503050406030204" pitchFamily="18" charset="0"/>
                                </a:rPr>
                                <m:t>𝑎𝑙𝑡</m:t>
                              </m:r>
                            </m:sub>
                          </m:sSub>
                        </m:den>
                      </m:f>
                    </m:oMath>
                  </m:oMathPara>
                </a14:m>
                <a:endParaRPr lang="en-US" dirty="0"/>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P.C – cost of production [$ t</a:t>
                </a:r>
                <a:r>
                  <a:rPr lang="en-US" baseline="30000" dirty="0"/>
                  <a:t>-1 </a:t>
                </a:r>
                <a:r>
                  <a:rPr lang="en-US" dirty="0"/>
                  <a:t>product]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alt – alternate route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GWP – global warming potential [t</a:t>
                </a:r>
                <a:r>
                  <a:rPr lang="en-US" baseline="-25000" dirty="0"/>
                  <a:t>CO2eq</a:t>
                </a:r>
                <a:r>
                  <a:rPr lang="en-US" dirty="0"/>
                  <a:t> t</a:t>
                </a:r>
                <a:r>
                  <a:rPr lang="en-US" baseline="30000" dirty="0"/>
                  <a:t>-1 </a:t>
                </a:r>
                <a:r>
                  <a:rPr lang="en-US" dirty="0"/>
                  <a:t>product]</a:t>
                </a:r>
              </a:p>
              <a:p>
                <a:pPr marL="285750" indent="-285750">
                  <a:buFont typeface="Arial" panose="020B0604020202020204" pitchFamily="34" charset="0"/>
                  <a:buChar char="•"/>
                </a:pPr>
                <a:endParaRPr lang="en-US" dirty="0"/>
              </a:p>
            </p:txBody>
          </p:sp>
        </mc:Choice>
        <mc:Fallback xmlns="">
          <p:sp>
            <p:nvSpPr>
              <p:cNvPr id="7" name="TextBox 6">
                <a:extLst>
                  <a:ext uri="{FF2B5EF4-FFF2-40B4-BE49-F238E27FC236}">
                    <a16:creationId xmlns:a16="http://schemas.microsoft.com/office/drawing/2014/main" id="{CE72E932-C696-57C4-E9C9-BBD58A6FDBA8}"/>
                  </a:ext>
                </a:extLst>
              </p:cNvPr>
              <p:cNvSpPr txBox="1">
                <a:spLocks noRot="1" noChangeAspect="1" noMove="1" noResize="1" noEditPoints="1" noAdjustHandles="1" noChangeArrowheads="1" noChangeShapeType="1" noTextEdit="1"/>
              </p:cNvSpPr>
              <p:nvPr/>
            </p:nvSpPr>
            <p:spPr>
              <a:xfrm>
                <a:off x="9312442" y="1467853"/>
                <a:ext cx="2668064" cy="3706912"/>
              </a:xfrm>
              <a:prstGeom prst="rect">
                <a:avLst/>
              </a:prstGeom>
              <a:blipFill>
                <a:blip r:embed="rId2"/>
                <a:stretch>
                  <a:fillRect l="-1602"/>
                </a:stretch>
              </a:blipFill>
            </p:spPr>
            <p:txBody>
              <a:bodyPr/>
              <a:lstStyle/>
              <a:p>
                <a:r>
                  <a:rPr lang="en-US">
                    <a:noFill/>
                  </a:rPr>
                  <a:t> </a:t>
                </a:r>
              </a:p>
            </p:txBody>
          </p:sp>
        </mc:Fallback>
      </mc:AlternateContent>
      <p:pic>
        <p:nvPicPr>
          <p:cNvPr id="9" name="Picture 8">
            <a:extLst>
              <a:ext uri="{FF2B5EF4-FFF2-40B4-BE49-F238E27FC236}">
                <a16:creationId xmlns:a16="http://schemas.microsoft.com/office/drawing/2014/main" id="{A9B1704D-FDA9-DC8A-1EFB-B53FD961F2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7595" y="1603153"/>
            <a:ext cx="8316889" cy="4460583"/>
          </a:xfrm>
          <a:prstGeom prst="rect">
            <a:avLst/>
          </a:prstGeom>
        </p:spPr>
      </p:pic>
      <p:pic>
        <p:nvPicPr>
          <p:cNvPr id="11" name="Picture 10">
            <a:extLst>
              <a:ext uri="{FF2B5EF4-FFF2-40B4-BE49-F238E27FC236}">
                <a16:creationId xmlns:a16="http://schemas.microsoft.com/office/drawing/2014/main" id="{C82B847D-E589-3BF2-F40E-F65E6587C8D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88467" y="260351"/>
            <a:ext cx="4844775" cy="6852245"/>
          </a:xfrm>
          <a:prstGeom prst="rect">
            <a:avLst/>
          </a:prstGeom>
        </p:spPr>
      </p:pic>
    </p:spTree>
    <p:extLst>
      <p:ext uri="{BB962C8B-B14F-4D97-AF65-F5344CB8AC3E}">
        <p14:creationId xmlns:p14="http://schemas.microsoft.com/office/powerpoint/2010/main" val="23605943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t>Questions</a:t>
            </a:r>
          </a:p>
        </p:txBody>
      </p:sp>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10</a:t>
            </a:fld>
            <a:endParaRPr lang="de-CH" noProof="0"/>
          </a:p>
        </p:txBody>
      </p:sp>
      <p:sp>
        <p:nvSpPr>
          <p:cNvPr id="8" name="Content Placeholder 7">
            <a:extLst>
              <a:ext uri="{FF2B5EF4-FFF2-40B4-BE49-F238E27FC236}">
                <a16:creationId xmlns:a16="http://schemas.microsoft.com/office/drawing/2014/main" id="{958AEB33-B212-856C-6C27-CEDB54CB7272}"/>
              </a:ext>
            </a:extLst>
          </p:cNvPr>
          <p:cNvSpPr>
            <a:spLocks noGrp="1"/>
          </p:cNvSpPr>
          <p:nvPr>
            <p:ph idx="1"/>
          </p:nvPr>
        </p:nvSpPr>
        <p:spPr/>
        <p:txBody>
          <a:bodyPr/>
          <a:lstStyle/>
          <a:p>
            <a:r>
              <a:rPr lang="en-US" dirty="0"/>
              <a:t>Should we set a base year for the analysis?</a:t>
            </a:r>
          </a:p>
          <a:p>
            <a:r>
              <a:rPr lang="en-US" dirty="0"/>
              <a:t>Due to lack of data, for wind and solar electrolysis we use the CEPCI index for 2022 to account for the increase in cost of CAPEX. The CEPCI for 2022 is around 15% higher than that of 2021. </a:t>
            </a:r>
          </a:p>
          <a:p>
            <a:endParaRPr lang="en-US" dirty="0"/>
          </a:p>
        </p:txBody>
      </p:sp>
    </p:spTree>
    <p:extLst>
      <p:ext uri="{BB962C8B-B14F-4D97-AF65-F5344CB8AC3E}">
        <p14:creationId xmlns:p14="http://schemas.microsoft.com/office/powerpoint/2010/main" val="4201711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1785-61EB-68A9-6C32-4E6AA00215B4}"/>
              </a:ext>
            </a:extLst>
          </p:cNvPr>
          <p:cNvSpPr>
            <a:spLocks noGrp="1"/>
          </p:cNvSpPr>
          <p:nvPr>
            <p:ph type="title"/>
          </p:nvPr>
        </p:nvSpPr>
        <p:spPr/>
        <p:txBody>
          <a:bodyPr/>
          <a:lstStyle/>
          <a:p>
            <a:r>
              <a:rPr lang="en-US" dirty="0">
                <a:solidFill>
                  <a:srgbClr val="FF0000"/>
                </a:solidFill>
              </a:rPr>
              <a:t>Coal</a:t>
            </a:r>
            <a:r>
              <a:rPr lang="en-US" dirty="0"/>
              <a:t> is not a threat!</a:t>
            </a:r>
          </a:p>
        </p:txBody>
      </p:sp>
      <p:pic>
        <p:nvPicPr>
          <p:cNvPr id="8" name="Content Placeholder 7">
            <a:extLst>
              <a:ext uri="{FF2B5EF4-FFF2-40B4-BE49-F238E27FC236}">
                <a16:creationId xmlns:a16="http://schemas.microsoft.com/office/drawing/2014/main" id="{AA52F032-B5AC-D8D4-22FE-6BCFD86F62D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22904" y="1160351"/>
            <a:ext cx="6566670" cy="4679950"/>
          </a:xfrm>
        </p:spPr>
      </p:pic>
      <p:sp>
        <p:nvSpPr>
          <p:cNvPr id="4" name="Date Placeholder 3">
            <a:extLst>
              <a:ext uri="{FF2B5EF4-FFF2-40B4-BE49-F238E27FC236}">
                <a16:creationId xmlns:a16="http://schemas.microsoft.com/office/drawing/2014/main" id="{AEB8A7CA-1E14-1816-1A81-E0DD6A4798D5}"/>
              </a:ext>
            </a:extLst>
          </p:cNvPr>
          <p:cNvSpPr>
            <a:spLocks noGrp="1"/>
          </p:cNvSpPr>
          <p:nvPr>
            <p:ph type="dt" sz="half" idx="10"/>
          </p:nvPr>
        </p:nvSpPr>
        <p:spPr/>
        <p:txBody>
          <a:bodyPr/>
          <a:lstStyle/>
          <a:p>
            <a:fld id="{1332D50A-E6CC-4D88-8908-F2129032F4C7}" type="datetime1">
              <a:rPr lang="de-CH" noProof="0" smtClean="0"/>
              <a:t>20.10.2022</a:t>
            </a:fld>
            <a:endParaRPr lang="de-CH" noProof="0"/>
          </a:p>
        </p:txBody>
      </p:sp>
      <p:sp>
        <p:nvSpPr>
          <p:cNvPr id="5" name="Footer Placeholder 4">
            <a:extLst>
              <a:ext uri="{FF2B5EF4-FFF2-40B4-BE49-F238E27FC236}">
                <a16:creationId xmlns:a16="http://schemas.microsoft.com/office/drawing/2014/main" id="{0DBC797C-0F44-FDC0-B4BC-7C787931B116}"/>
              </a:ext>
            </a:extLst>
          </p:cNvPr>
          <p:cNvSpPr>
            <a:spLocks noGrp="1"/>
          </p:cNvSpPr>
          <p:nvPr>
            <p:ph type="ftr" sz="quarter" idx="11"/>
          </p:nvPr>
        </p:nvSpPr>
        <p:spPr/>
        <p:txBody>
          <a:bodyPr/>
          <a:lstStyle/>
          <a:p>
            <a:r>
              <a:rPr lang="de-DE" dirty="0"/>
              <a:t>Sustainable Process Systems Engineering Lab</a:t>
            </a:r>
          </a:p>
        </p:txBody>
      </p:sp>
      <p:sp>
        <p:nvSpPr>
          <p:cNvPr id="6" name="Slide Number Placeholder 5">
            <a:extLst>
              <a:ext uri="{FF2B5EF4-FFF2-40B4-BE49-F238E27FC236}">
                <a16:creationId xmlns:a16="http://schemas.microsoft.com/office/drawing/2014/main" id="{CEC553AB-EAFE-339D-E319-AABC2EA67938}"/>
              </a:ext>
            </a:extLst>
          </p:cNvPr>
          <p:cNvSpPr>
            <a:spLocks noGrp="1"/>
          </p:cNvSpPr>
          <p:nvPr>
            <p:ph type="sldNum" sz="quarter" idx="12"/>
          </p:nvPr>
        </p:nvSpPr>
        <p:spPr/>
        <p:txBody>
          <a:bodyPr/>
          <a:lstStyle/>
          <a:p>
            <a:fld id="{5ACA52AF-F19D-405C-AD5F-7D94B96A5CC3}" type="slidenum">
              <a:rPr lang="de-CH" noProof="0" smtClean="0"/>
              <a:t>11</a:t>
            </a:fld>
            <a:endParaRPr lang="de-CH" noProof="0"/>
          </a:p>
        </p:txBody>
      </p:sp>
      <p:sp>
        <p:nvSpPr>
          <p:cNvPr id="9" name="TextBox 8">
            <a:extLst>
              <a:ext uri="{FF2B5EF4-FFF2-40B4-BE49-F238E27FC236}">
                <a16:creationId xmlns:a16="http://schemas.microsoft.com/office/drawing/2014/main" id="{361A1681-C24E-0343-AF94-27C06ABE9E86}"/>
              </a:ext>
            </a:extLst>
          </p:cNvPr>
          <p:cNvSpPr txBox="1"/>
          <p:nvPr/>
        </p:nvSpPr>
        <p:spPr>
          <a:xfrm>
            <a:off x="8107681" y="1328928"/>
            <a:ext cx="3872826" cy="2308324"/>
          </a:xfrm>
          <a:prstGeom prst="rect">
            <a:avLst/>
          </a:prstGeom>
          <a:noFill/>
        </p:spPr>
        <p:txBody>
          <a:bodyPr wrap="square" rtlCol="0">
            <a:spAutoFit/>
          </a:bodyPr>
          <a:lstStyle/>
          <a:p>
            <a:pPr marL="285750" indent="-285750">
              <a:buFont typeface="Arial" panose="020B0604020202020204" pitchFamily="34" charset="0"/>
              <a:buChar char="•"/>
            </a:pPr>
            <a:r>
              <a:rPr lang="en-US" dirty="0"/>
              <a:t>One could argue that coal gasification is a cheaper option.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However, EU has decided to phase out coal usage by 2031.</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93% of the coal is used for the energy sector.</a:t>
            </a:r>
          </a:p>
        </p:txBody>
      </p:sp>
    </p:spTree>
    <p:extLst>
      <p:ext uri="{BB962C8B-B14F-4D97-AF65-F5344CB8AC3E}">
        <p14:creationId xmlns:p14="http://schemas.microsoft.com/office/powerpoint/2010/main" val="885219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ETH Zürich">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ETH_Vorlage_Praesentation" id="{4B926070-AF32-7F40-B7F4-387B612D789A}" vid="{D694835D-6A8F-E347-A983-608C17A72CEC}"/>
    </a:ext>
  </a:extLst>
</a:theme>
</file>

<file path=ppt/theme/theme2.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ETH Blau">
      <a:srgbClr val="215CAF"/>
    </a:custClr>
    <a:custClr name="ETH Petrol">
      <a:srgbClr val="007894"/>
    </a:custClr>
    <a:custClr name="ETH Gruen">
      <a:srgbClr val="627313"/>
    </a:custClr>
    <a:custClr name="ETH Bronze">
      <a:srgbClr val="8E6713"/>
    </a:custClr>
    <a:custClr name="ETH Rot">
      <a:srgbClr val="B7352D"/>
    </a:custClr>
    <a:custClr name="ETH Purpur">
      <a:srgbClr val="A30774"/>
    </a:custClr>
    <a:custClr name="ETH Grau">
      <a:srgbClr val="6F6F6F"/>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ETH Zürich">
      <a:dk1>
        <a:sysClr val="windowText" lastClr="000000"/>
      </a:dk1>
      <a:lt1>
        <a:sysClr val="window" lastClr="FFFFFF"/>
      </a:lt1>
      <a:dk2>
        <a:srgbClr val="000000"/>
      </a:dk2>
      <a:lt2>
        <a:srgbClr val="FFFFFF"/>
      </a:lt2>
      <a:accent1>
        <a:srgbClr val="215CAF"/>
      </a:accent1>
      <a:accent2>
        <a:srgbClr val="007894"/>
      </a:accent2>
      <a:accent3>
        <a:srgbClr val="627313"/>
      </a:accent3>
      <a:accent4>
        <a:srgbClr val="8E6713"/>
      </a:accent4>
      <a:accent5>
        <a:srgbClr val="B7352D"/>
      </a:accent5>
      <a:accent6>
        <a:srgbClr val="A30774"/>
      </a:accent6>
      <a:hlink>
        <a:srgbClr val="0563C1"/>
      </a:hlink>
      <a:folHlink>
        <a:srgbClr val="954F72"/>
      </a:folHlink>
    </a:clrScheme>
    <a:fontScheme name="ETH Zürich">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ETH presentation template</Template>
  <TotalTime>0</TotalTime>
  <Words>483</Words>
  <Application>Microsoft Office PowerPoint</Application>
  <PresentationFormat>Widescreen</PresentationFormat>
  <Paragraphs>103</Paragraphs>
  <Slides>11</Slides>
  <Notes>0</Notes>
  <HiddenSlides>1</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Cambria Math</vt:lpstr>
      <vt:lpstr>Symbol</vt:lpstr>
      <vt:lpstr>ETH Zürich</vt:lpstr>
      <vt:lpstr>Natural gas v alternative routes for production of chemicals in 2022</vt:lpstr>
      <vt:lpstr>Natural gas prices have increased sharply</vt:lpstr>
      <vt:lpstr>Natural gas contributes around 20.5% towards the electricity mix…</vt:lpstr>
      <vt:lpstr>As a result, ammonia production from natural gas (BAU) has become expensive…</vt:lpstr>
      <vt:lpstr>Also, methanol production from natural gas (BAU) has become uneconomical…</vt:lpstr>
      <vt:lpstr>Green ammonia is more feasible in the current scenario economically… </vt:lpstr>
      <vt:lpstr>Green ammonia is more feasible in the current scenario economically… </vt:lpstr>
      <vt:lpstr>Green methanol is competitive in the current scenario </vt:lpstr>
      <vt:lpstr>Save money by using green routes</vt:lpstr>
      <vt:lpstr>Questions</vt:lpstr>
      <vt:lpstr>Coal is not a threat!</vt:lpstr>
    </vt:vector>
  </TitlesOfParts>
  <Company>ETH Zuerich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Carbon Dioxide to Propanol – Weekly Update</dc:title>
  <dc:creator>Nabera  Abhinandan</dc:creator>
  <cp:lastModifiedBy>Nabera  Abhinandan</cp:lastModifiedBy>
  <cp:revision>355</cp:revision>
  <dcterms:created xsi:type="dcterms:W3CDTF">2022-07-06T08:30:06Z</dcterms:created>
  <dcterms:modified xsi:type="dcterms:W3CDTF">2022-10-20T08:48:39Z</dcterms:modified>
</cp:coreProperties>
</file>